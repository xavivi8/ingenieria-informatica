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5"/>
  </p:notesMasterIdLst>
  <p:sldIdLst>
    <p:sldId id="261" r:id="rId2"/>
    <p:sldId id="296" r:id="rId3"/>
    <p:sldId id="300" r:id="rId4"/>
    <p:sldId id="301" r:id="rId5"/>
    <p:sldId id="302" r:id="rId6"/>
    <p:sldId id="303" r:id="rId7"/>
    <p:sldId id="304" r:id="rId8"/>
    <p:sldId id="305" r:id="rId9"/>
    <p:sldId id="306" r:id="rId10"/>
    <p:sldId id="307" r:id="rId11"/>
    <p:sldId id="308" r:id="rId12"/>
    <p:sldId id="310" r:id="rId13"/>
    <p:sldId id="309" r:id="rId14"/>
    <p:sldId id="311" r:id="rId15"/>
    <p:sldId id="312" r:id="rId16"/>
    <p:sldId id="313" r:id="rId17"/>
    <p:sldId id="314" r:id="rId18"/>
    <p:sldId id="315" r:id="rId19"/>
    <p:sldId id="318" r:id="rId20"/>
    <p:sldId id="321" r:id="rId21"/>
    <p:sldId id="316" r:id="rId22"/>
    <p:sldId id="319" r:id="rId23"/>
    <p:sldId id="322" r:id="rId24"/>
    <p:sldId id="317" r:id="rId25"/>
    <p:sldId id="320" r:id="rId26"/>
    <p:sldId id="323" r:id="rId27"/>
    <p:sldId id="324" r:id="rId28"/>
    <p:sldId id="325" r:id="rId29"/>
    <p:sldId id="326" r:id="rId30"/>
    <p:sldId id="327" r:id="rId31"/>
    <p:sldId id="328" r:id="rId32"/>
    <p:sldId id="329" r:id="rId33"/>
    <p:sldId id="330" r:id="rId34"/>
  </p:sldIdLst>
  <p:sldSz cx="12192000" cy="6858000"/>
  <p:notesSz cx="6858000" cy="9144000"/>
  <p:embeddedFontLst>
    <p:embeddedFont>
      <p:font typeface="Raleway" pitchFamily="2" charset="0"/>
      <p:regular r:id="rId36"/>
      <p:bold r:id="rId37"/>
      <p:italic r:id="rId38"/>
      <p:boldItalic r:id="rId39"/>
    </p:embeddedFont>
    <p:embeddedFont>
      <p:font typeface="Ubuntu" panose="020B0504030602030204" pitchFamily="34" charset="0"/>
      <p:regular r:id="rId40"/>
      <p:bold r:id="rId41"/>
      <p:italic r:id="rId42"/>
      <p:boldItalic r:id="rId43"/>
    </p:embeddedFont>
    <p:embeddedFont>
      <p:font typeface="Ubuntu Light" panose="020B0304030602030204" pitchFamily="34" charset="0"/>
      <p:regular r:id="rId44"/>
      <p:bold r:id="rId45"/>
      <p:italic r:id="rId46"/>
      <p:boldItalic r:id="rId47"/>
    </p:embeddedFont>
    <p:embeddedFont>
      <p:font typeface="Ubuntu Medium" panose="020B0604030602030204" pitchFamily="34" charset="0"/>
      <p:regular r:id="rId48"/>
      <p:bold r:id="rId49"/>
      <p:italic r:id="rId50"/>
      <p:boldItalic r:id="rId51"/>
    </p:embeddedFont>
  </p:embeddedFontLst>
  <p:custDataLst>
    <p:tags r:id="rId52"/>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77">
          <p15:clr>
            <a:srgbClr val="A4A3A4"/>
          </p15:clr>
        </p15:guide>
        <p15:guide id="2" pos="302">
          <p15:clr>
            <a:srgbClr val="A4A3A4"/>
          </p15:clr>
        </p15:guide>
        <p15:guide id="3" pos="7038">
          <p15:clr>
            <a:srgbClr val="A4A3A4"/>
          </p15:clr>
        </p15:guide>
        <p15:guide id="4" orient="horz" pos="3974">
          <p15:clr>
            <a:srgbClr val="A4A3A4"/>
          </p15:clr>
        </p15:guide>
        <p15:guide id="5" pos="5019">
          <p15:clr>
            <a:srgbClr val="A4A3A4"/>
          </p15:clr>
        </p15:guide>
        <p15:guide id="6" pos="5133">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5" roundtripDataSignature="AMtx7mhzT7yPDu/y2WnjLjM2Iqgr8yUfz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182" autoAdjust="0"/>
  </p:normalViewPr>
  <p:slideViewPr>
    <p:cSldViewPr snapToGrid="0">
      <p:cViewPr varScale="1">
        <p:scale>
          <a:sx n="108" d="100"/>
          <a:sy n="108" d="100"/>
        </p:scale>
        <p:origin x="678" y="114"/>
      </p:cViewPr>
      <p:guideLst>
        <p:guide orient="horz" pos="777"/>
        <p:guide pos="302"/>
        <p:guide pos="7038"/>
        <p:guide orient="horz" pos="3974"/>
        <p:guide pos="5019"/>
        <p:guide pos="513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17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17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font" Target="fonts/font16.fntdata"/><Relationship Id="rId176"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17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tags" Target="tags/tag1.xml"/><Relationship Id="rId17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4T14:57:26.360"/>
    </inkml:context>
    <inkml:brush xml:id="br0">
      <inkml:brushProperty name="width" value="0.035" units="cm"/>
      <inkml:brushProperty name="height" value="0.035" units="cm"/>
      <inkml:brushProperty name="color" value="#E71224"/>
    </inkml:brush>
  </inkml:definitions>
  <inkml:trace contextRef="#ctx0" brushRef="#br0">1705 1432 24575,'-8'-11'0,"0"0"0,1 0 0,1-1 0,-1 0 0,2 0 0,0-1 0,0 1 0,-4-22 0,0 5 0,-3-17 0,-8-54 0,1 5 0,2 11 0,14 59 0,-1 1 0,-2 0 0,0 1 0,-2-1 0,-15-34 0,-50-89 0,43 82 0,-2 3 0,-45-65 0,18 29 0,42 68 0,-29-43 0,38 63 0,-1 0 0,0 0 0,0 1 0,-1 1 0,0-1 0,-1 1 0,-17-10 0,13 11 0,0 0 0,0 1 0,-1 1 0,0 0 0,0 1 0,-18-2 0,-102-6 0,44 6 0,-1-6 0,36 4 0,-79-1 0,119 9 0,-9 0 0,1 1 0,-1 0 0,-36 9 0,54-8 0,1 0 0,-1 0 0,1 1 0,0 0 0,-1 1 0,2 0 0,-1 0 0,0 0 0,1 1 0,0 0 0,0 0 0,0 1 0,0-1 0,1 1 0,-6 10 0,-8 13 0,1 1 0,2 1 0,1 1 0,2 0 0,1 1 0,1 0 0,2 1 0,-8 60 0,11-61 0,-12 41 0,11-47 0,0 1 0,-4 48 0,8 355 0,6-213 0,-3 500 0,2-695 0,0-1 0,2 0 0,0 0 0,2 0 0,0 0 0,1-1 0,12 24 0,11 32 0,17 110 0,-40-158 0,-2 1 0,0 0 0,0 37 0,-3-44 0,2 1 0,1 0 0,2 0 0,0 0 0,1-1 0,16 30 0,-5-9 0,-12-25 0,2 0 0,0 0 0,1-1 0,1 0 0,1-1 0,1 0 0,0-1 0,1 0 0,0-1 0,1-1 0,1 0 0,0-2 0,1 1 0,1-2 0,0 0 0,0-1 0,1-1 0,0-1 0,0 0 0,1-2 0,0 0 0,1-1 0,-1-1 0,1-1 0,24 0 0,434-7 0,-461 3 0,0-1 0,0 0 0,0-2 0,-1 0 0,1-1 0,-1-1 0,0 0 0,0-2 0,-1 0 0,0 0 0,0-2 0,18-14 0,12-12 0,-2-2 0,61-68 0,-85 83 0,-1 0 0,-1-2 0,-1 0 0,-1-2 0,-1 1 0,-2-2 0,-1 0 0,0 0 0,7-35 0,6-21 0,-9 35 0,-2 0 0,-2 0 0,-2-1 0,-3-1 0,3-72 0,-10-74 0,-3-97 0,-3 250 0,-1 0 0,-16-50 0,-1 0 0,21 80-114,0 1 1,-1 0-1,0 0 0,-1 0 0,-1 1 1,0-1-1,-1 2 0,0-1 0,-1 1 1,0 0-1,-17-17 0,5 7-6712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4T14:57:27.741"/>
    </inkml:context>
    <inkml:brush xml:id="br0">
      <inkml:brushProperty name="width" value="0.035" units="cm"/>
      <inkml:brushProperty name="height" value="0.035" units="cm"/>
      <inkml:brushProperty name="color" value="#E71224"/>
    </inkml:brush>
  </inkml:definitions>
  <inkml:trace contextRef="#ctx0" brushRef="#br0">3 489 24575,'-2'-139'0,"5"-145"0,-3 280 0,1 1 0,0 0 0,0 0 0,0 0 0,0-1 0,0 1 0,1 0 0,-1 0 0,1 1 0,0-1 0,0 0 0,0 0 0,0 1 0,0-1 0,1 1 0,-1 0 0,1 0 0,0 0 0,-1 0 0,6-3 0,-6 4 0,0 0 0,0 1 0,1-1 0,-1 0 0,0 1 0,0-1 0,0 1 0,0-1 0,1 1 0,-1 0 0,0 0 0,0 0 0,0 0 0,1 1 0,-1-1 0,0 1 0,0-1 0,0 1 0,0 0 0,0 0 0,0-1 0,0 1 0,0 1 0,0-1 0,0 0 0,0 0 0,-1 1 0,1-1 0,0 1 0,-1 0 0,3 3 0,28 41 17,27 58 0,-21-36-1416,-24-45-5427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4T14:57:28.949"/>
    </inkml:context>
    <inkml:brush xml:id="br0">
      <inkml:brushProperty name="width" value="0.035" units="cm"/>
      <inkml:brushProperty name="height" value="0.035" units="cm"/>
      <inkml:brushProperty name="color" value="#E71224"/>
    </inkml:brush>
  </inkml:definitions>
  <inkml:trace contextRef="#ctx0" brushRef="#br0">0 1 24575,'1'42'0,"2"1"0,2-1 0,1 0 0,3 0 0,1-1 0,2 0 0,25 57 0,-28-71 0,0 1 0,-2 1 0,-1-1 0,-2 1 0,0 0 0,-1 44 0,-2-42 0,3-8 0,1 0 0,0-1 0,2 0 0,1 0 0,0 0 0,2-1 0,12 22 0,-6-12 0,167 333 0,-163-314-1365,-15-29-5461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4T14:57:30.853"/>
    </inkml:context>
    <inkml:brush xml:id="br0">
      <inkml:brushProperty name="width" value="0.035" units="cm"/>
      <inkml:brushProperty name="height" value="0.035" units="cm"/>
      <inkml:brushProperty name="color" value="#E71224"/>
    </inkml:brush>
  </inkml:definitions>
  <inkml:trace contextRef="#ctx0" brushRef="#br0">39 1 24575,'2'3'0,"0"1"0,0-1 0,0 0 0,1 0 0,-1 0 0,1 0 0,0 0 0,0 0 0,0-1 0,0 1 0,0-1 0,0 0 0,1 0 0,4 2 0,1 2 0,18 12 0,-10-5 0,1 0 0,0-2 0,1 0 0,0-1 0,33 11 0,-33-14 0,-1 0 0,0 2 0,25 15 0,-24-12 0,1-1 0,30 11 0,11-5 0,-43-13 0,0 0 0,-1 2 0,30 13 0,-46-14 0,-11-2 0,-13-1 0,-98-3 0,78-1 0,-1 2 0,0 1 0,1 3 0,-84 17 0,-15 10-1365,126-25-5461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4T14:57:34.791"/>
    </inkml:context>
    <inkml:brush xml:id="br0">
      <inkml:brushProperty name="width" value="0.035" units="cm"/>
      <inkml:brushProperty name="height" value="0.035" units="cm"/>
      <inkml:brushProperty name="color" value="#E71224"/>
    </inkml:brush>
  </inkml:definitions>
  <inkml:trace contextRef="#ctx0" brushRef="#br0">257 3 24575,'-37'-1'0,"20"0"0,0 1 0,0 0 0,0 1 0,-33 7 0,45-6 0,0-1 0,1 1 0,-1 0 0,0 1 0,1-1 0,-1 1 0,1 0 0,0 0 0,0 0 0,0 0 0,1 1 0,-1-1 0,1 1 0,0 0 0,0 0 0,0 1 0,0-1 0,1 0 0,-1 1 0,1 0 0,-1 5 0,-4 17 0,2 0 0,1 0 0,1 1 0,2 0 0,0-1 0,7 54 0,-2 10 0,-4-50 0,-1-6 0,2 0 0,1 0 0,2-1 0,15 66 0,1-23 0,-13-44 0,17 43 0,75 212 0,-89-262 0,-2 0 0,0 0 0,-2 1 0,0 0 0,2 44 0,-9-68 0,1-1 0,0 1 0,0-1 0,-1 1 0,0-1 0,1 1 0,-1-1 0,0 0 0,0 0 0,0 1 0,-1-1 0,1 0 0,0 0 0,-1 0 0,1 0 0,-1 0 0,0-1 0,0 1 0,1 0 0,-1-1 0,0 1 0,-1-1 0,1 0 0,0 0 0,0 1 0,0-1 0,-1-1 0,-4 2 0,4-1 0,0 0 0,0 0 0,0 1 0,1-1 0,-1 1 0,0-1 0,1 1 0,-1 0 0,1 0 0,-1 0 0,1 0 0,0 0 0,0 1 0,0-1 0,0 1 0,0-1 0,1 1 0,-1 0 0,1-1 0,-3 7 0,1 10 0,0 1 0,1 0 0,0-1 0,4 39 0,14 78 0,-16-134 0,13 128 0,-8 244 0,-8-196 0,1-116 0,1-24 0,3 52 0,-1-80 0,1 0 0,0 0 0,0 0 0,0-1 0,2 1 0,-1 0 0,1-1 0,0 0 0,11 17 0,-4-10 22,-2 1-1,0 0 0,11 30 1,-15-33-204,0 0 1,1-1 0,1 0-1,0 0 1,0 0 0,2-1-1,10 12 1,-2-8-6645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4T14:57:37.171"/>
    </inkml:context>
    <inkml:brush xml:id="br0">
      <inkml:brushProperty name="width" value="0.035" units="cm"/>
      <inkml:brushProperty name="height" value="0.035" units="cm"/>
      <inkml:brushProperty name="color" value="#E71224"/>
    </inkml:brush>
  </inkml:definitions>
  <inkml:trace contextRef="#ctx0" brushRef="#br0">5078 1456 24575,'-1123'0'0,"1086"-3"0,-1-1 0,2-3 0,-1-1 0,1-1 0,0-2 0,-49-22 0,38 14 0,0 2 0,-88-17 0,47 20 0,1-3 0,1-4 0,-99-38 0,143 42 0,-1 1 0,0 3 0,-77-14 0,-68 4 0,94 14 0,2-4 0,-1-4 0,-92-30 0,-370-170 0,443 168 0,-185-68 0,204 83 0,-133-69 0,25 9 0,161 74 0,0-2 0,1-2 0,2-1 0,-57-50 0,-54-36 0,88 73 0,-51-34-1365,90 56-5461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4T14:57:40.551"/>
    </inkml:context>
    <inkml:brush xml:id="br0">
      <inkml:brushProperty name="width" value="0.035" units="cm"/>
      <inkml:brushProperty name="height" value="0.035" units="cm"/>
      <inkml:brushProperty name="color" value="#E71224"/>
    </inkml:brush>
  </inkml:definitions>
  <inkml:trace contextRef="#ctx0" brushRef="#br0">2197 127 24575,'-26'-2'0,"0"-1"0,0-2 0,0 0 0,1-2 0,-46-18 0,34 12 0,-59-14 0,17 17 0,-1 4 0,1 3 0,-82 7 0,27-1 0,-279-2 0,386 2 0,-1 2 0,1 0 0,0 2 0,1 0 0,0 2 0,-39 19 0,24-11 0,-16 7 0,2 2 0,2 3 0,0 2 0,2 3 0,1 1 0,2 3 0,-76 77 0,112-100 0,0 1 0,1 0 0,1 0 0,0 1 0,1 0 0,1 1 0,0 0 0,2 0 0,-8 31 0,0 20 0,-6 93 0,10-75 0,-2 62 0,9 185 0,4-191 0,3-87 0,2-1 0,25 104 0,-22-119 0,7 24 0,2 0 0,3-2 0,2 0 0,33 58 0,-21-44 0,-19-40 0,23 38 0,17 23 0,-26-43 0,3 0 0,1-2 0,3-2 0,50 53 0,-79-96 0,0-1 0,0-1 0,0 1 0,1-1 0,0-1 0,0 0 0,0 0 0,0 0 0,1-1 0,-1-1 0,1 0 0,0 0 0,16 1 0,13-2 0,1-1 0,42-6 0,-55 4 0,-7-1 0,-1 0 0,0-1 0,0-2 0,-1 0 0,1 0 0,-1-2 0,0-1 0,23-14 0,-11 4 0,-1-2 0,0-1 0,42-43 0,101-113 0,-142 145 0,0-2 0,-2-1 0,-2-1 0,41-77 0,60-171 0,-113 251 0,13-38 0,-3-2 0,22-117 0,5-154 0,-44 284 0,37-491 0,-42 384 0,-5-178 0,2 332 24,-1 1 0,0-1 0,0 1 0,-7-20 0,7 29-111,1 0-1,-1-1 1,0 1 0,0 0-1,-1 0 1,1 0 0,-1 1-1,0-1 1,0 0-1,0 1 1,0 0 0,-1 0-1,1 0 1,-1 0 0,0 1-1,-7-5 1,-9 0-6739</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4T14:57:41.931"/>
    </inkml:context>
    <inkml:brush xml:id="br0">
      <inkml:brushProperty name="width" value="0.035" units="cm"/>
      <inkml:brushProperty name="height" value="0.035" units="cm"/>
      <inkml:brushProperty name="color" value="#E71224"/>
    </inkml:brush>
  </inkml:definitions>
  <inkml:trace contextRef="#ctx0" brushRef="#br0">197 0 24575,'-4'4'0,"-6"11"0,-5 9 0,-8 15 0,-1 4 0,4 0 0,6-4 0,-4-5 0,2-3 0,2 1 0,5 0 0,4-2 0,-2 2 0,0 1 0,2-2 0,1-2 0,2-5-8191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4T14:57:42.851"/>
    </inkml:context>
    <inkml:brush xml:id="br0">
      <inkml:brushProperty name="width" value="0.035" units="cm"/>
      <inkml:brushProperty name="height" value="0.035" units="cm"/>
      <inkml:brushProperty name="color" value="#E71224"/>
    </inkml:brush>
  </inkml:definitions>
  <inkml:trace contextRef="#ctx0" brushRef="#br0">16 1 24575,'-1'0'0,"0"0"0,0 0 0,0 0 0,1 1 0,-1-1 0,0 0 0,1 1 0,-1-1 0,0 1 0,1-1 0,-1 1 0,0-1 0,1 1 0,-1-1 0,1 1 0,-1 0 0,1-1 0,-1 1 0,1 0 0,0-1 0,-1 1 0,1 0 0,0 0 0,-1-1 0,1 1 0,0 0 0,0 0 0,0 0 0,0-1 0,0 1 0,0 1 0,-1 29 0,1-28 0,2 17 0,0 0 0,1 0 0,1 0 0,1 0 0,0-1 0,2 0 0,0 0 0,2 0 0,0-1 0,0 0 0,19 23 0,-25-37 0,1 0 0,0 0 0,0 0 0,0-1 0,1 1 0,-1-1 0,1 0 0,0-1 0,0 1 0,0-1 0,0 0 0,0 0 0,1-1 0,-1 1 0,10 0 0,-6-2 0,-1 0 0,1 0 0,-1-1 0,1 0 0,-1-1 0,1 1 0,-1-2 0,0 1 0,10-5 0,11-8 0,0-2 0,-1 0 0,-1-1 0,28-26 0,-47 37 0,26-22-1365,-7 3-5461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4T14:57:44.370"/>
    </inkml:context>
    <inkml:brush xml:id="br0">
      <inkml:brushProperty name="width" value="0.035" units="cm"/>
      <inkml:brushProperty name="height" value="0.035" units="cm"/>
      <inkml:brushProperty name="color" value="#E71224"/>
    </inkml:brush>
  </inkml:definitions>
  <inkml:trace contextRef="#ctx0" brushRef="#br0">2082 1 24575,'1'0'0,"0"0"0,0 1 0,0-1 0,0 1 0,0-1 0,0 1 0,0-1 0,-1 1 0,1-1 0,0 1 0,0 0 0,0-1 0,-1 1 0,1 0 0,0 0 0,-1 0 0,1 0 0,-1-1 0,1 1 0,-1 0 0,0 0 0,1 0 0,-1 0 0,0 0 0,1 0 0,-1 0 0,0 0 0,0 2 0,4 35 0,-4-31 0,0 14 0,0-1 0,-2 1 0,0-1 0,-2 1 0,0-1 0,-13 37 0,5-24 0,-2-1 0,-1-1 0,-25 40 0,34-61 0,0 0 0,-1-1 0,0 0 0,-1 0 0,1-1 0,-2 0 0,1 0 0,-1-1 0,0 0 0,0 0 0,-1-1 0,0 0 0,0-1 0,-1 0 0,1-1 0,-1 0 0,-20 4 0,-48 9 0,37-7 0,0-2 0,-85 5 0,-15-10 0,0-7 0,-199-30 0,224 9 0,62 12 0,0 2 0,-1 2 0,-76-1 0,31 9 0,44-1 0,-1 2 0,-73 11 0,126-10 0,0 0 0,0 0 0,0 1 0,0 0 0,0 0 0,1 0 0,-1 0 0,1 1 0,0 0 0,-1 0 0,1 0 0,1 0 0,-1 1 0,-6 6 0,4-2 0,1 0 0,0 0 0,1 0 0,0 0 0,0 1 0,1 0 0,-4 14 0,0 9 0,2 0 0,1 0 0,1 51 0,4-23-19,1-34-429,-2 1-1,-6 43 0,1-46-6377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4T14:57:45.331"/>
    </inkml:context>
    <inkml:brush xml:id="br0">
      <inkml:brushProperty name="width" value="0.035" units="cm"/>
      <inkml:brushProperty name="height" value="0.035" units="cm"/>
      <inkml:brushProperty name="color" value="#E71224"/>
    </inkml:brush>
  </inkml:definitions>
  <inkml:trace contextRef="#ctx0" brushRef="#br0">1 28 24575,'81'101'0,"46"56"0,-124-154 0,-1 0 0,1 0 0,0 0 0,0-1 0,1 1 0,-1-1 0,0 1 0,1-1 0,-1 0 0,1-1 0,0 1 0,0-1 0,0 1 0,-1-1 0,1 0 0,0 0 0,1-1 0,-1 1 0,0-1 0,0 0 0,0 0 0,0-1 0,0 1 0,0-1 0,0 1 0,0-1 0,0-1 0,0 1 0,0-1 0,-1 1 0,1-1 0,-1 0 0,1 0 0,-1 0 0,7-6 0,8-7 0,-1-2 0,-1 0 0,0 0 0,26-38 0,-35 45 0,111-137-1365,-102 128-5461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4T14:57:48.130"/>
    </inkml:context>
    <inkml:brush xml:id="br0">
      <inkml:brushProperty name="width" value="0.035" units="cm"/>
      <inkml:brushProperty name="height" value="0.035" units="cm"/>
      <inkml:brushProperty name="color" value="#E71224"/>
    </inkml:brush>
  </inkml:definitions>
  <inkml:trace contextRef="#ctx0" brushRef="#br0">1 1 24575,'1320'0'0,"-1285"2"0,0 2 0,66 15 0,-63-11 0,0-1 0,40 2 0,-4-7 0,-25-1 0,83 11 0,-56-3 0,-1-4 0,128-7 0,-63-1 0,1264 3-1365,-1371 0-5461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24T14:57:50.790"/>
    </inkml:context>
    <inkml:brush xml:id="br0">
      <inkml:brushProperty name="width" value="0.035" units="cm"/>
      <inkml:brushProperty name="height" value="0.035" units="cm"/>
      <inkml:brushProperty name="color" value="#E71224"/>
    </inkml:brush>
  </inkml:definitions>
  <inkml:trace contextRef="#ctx0" brushRef="#br0">1 0 24575,'296'0'0,"-281"2"0,1 0 0,0 1 0,-1 0 0,1 2 0,22 9 0,30 7 0,11-7 0,108 5 0,-50-8 0,-17-3 0,134-8 0,-97-3 0,2427 3-1365,-2562 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c81585f6b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g2c81585f6b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2</a:t>
            </a:fld>
            <a:endParaRPr/>
          </a:p>
        </p:txBody>
      </p:sp>
    </p:spTree>
    <p:extLst>
      <p:ext uri="{BB962C8B-B14F-4D97-AF65-F5344CB8AC3E}">
        <p14:creationId xmlns:p14="http://schemas.microsoft.com/office/powerpoint/2010/main" val="2654234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3</a:t>
            </a:fld>
            <a:endParaRPr/>
          </a:p>
        </p:txBody>
      </p:sp>
    </p:spTree>
    <p:extLst>
      <p:ext uri="{BB962C8B-B14F-4D97-AF65-F5344CB8AC3E}">
        <p14:creationId xmlns:p14="http://schemas.microsoft.com/office/powerpoint/2010/main" val="3776450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4</a:t>
            </a:fld>
            <a:endParaRPr/>
          </a:p>
        </p:txBody>
      </p:sp>
    </p:spTree>
    <p:extLst>
      <p:ext uri="{BB962C8B-B14F-4D97-AF65-F5344CB8AC3E}">
        <p14:creationId xmlns:p14="http://schemas.microsoft.com/office/powerpoint/2010/main" val="1345555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6</a:t>
            </a:fld>
            <a:endParaRPr/>
          </a:p>
        </p:txBody>
      </p:sp>
    </p:spTree>
    <p:extLst>
      <p:ext uri="{BB962C8B-B14F-4D97-AF65-F5344CB8AC3E}">
        <p14:creationId xmlns:p14="http://schemas.microsoft.com/office/powerpoint/2010/main" val="3364400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7</a:t>
            </a:fld>
            <a:endParaRPr/>
          </a:p>
        </p:txBody>
      </p:sp>
    </p:spTree>
    <p:extLst>
      <p:ext uri="{BB962C8B-B14F-4D97-AF65-F5344CB8AC3E}">
        <p14:creationId xmlns:p14="http://schemas.microsoft.com/office/powerpoint/2010/main" val="4061625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8</a:t>
            </a:fld>
            <a:endParaRPr/>
          </a:p>
        </p:txBody>
      </p:sp>
    </p:spTree>
    <p:extLst>
      <p:ext uri="{BB962C8B-B14F-4D97-AF65-F5344CB8AC3E}">
        <p14:creationId xmlns:p14="http://schemas.microsoft.com/office/powerpoint/2010/main" val="51187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9</a:t>
            </a:fld>
            <a:endParaRPr/>
          </a:p>
        </p:txBody>
      </p:sp>
    </p:spTree>
    <p:extLst>
      <p:ext uri="{BB962C8B-B14F-4D97-AF65-F5344CB8AC3E}">
        <p14:creationId xmlns:p14="http://schemas.microsoft.com/office/powerpoint/2010/main" val="3000236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10</a:t>
            </a:fld>
            <a:endParaRPr/>
          </a:p>
        </p:txBody>
      </p:sp>
    </p:spTree>
    <p:extLst>
      <p:ext uri="{BB962C8B-B14F-4D97-AF65-F5344CB8AC3E}">
        <p14:creationId xmlns:p14="http://schemas.microsoft.com/office/powerpoint/2010/main" val="2149507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11</a:t>
            </a:fld>
            <a:endParaRPr/>
          </a:p>
        </p:txBody>
      </p:sp>
    </p:spTree>
    <p:extLst>
      <p:ext uri="{BB962C8B-B14F-4D97-AF65-F5344CB8AC3E}">
        <p14:creationId xmlns:p14="http://schemas.microsoft.com/office/powerpoint/2010/main" val="24575238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12</a:t>
            </a:fld>
            <a:endParaRPr/>
          </a:p>
        </p:txBody>
      </p:sp>
    </p:spTree>
    <p:extLst>
      <p:ext uri="{BB962C8B-B14F-4D97-AF65-F5344CB8AC3E}">
        <p14:creationId xmlns:p14="http://schemas.microsoft.com/office/powerpoint/2010/main" val="1411375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13</a:t>
            </a:fld>
            <a:endParaRPr/>
          </a:p>
        </p:txBody>
      </p:sp>
    </p:spTree>
    <p:extLst>
      <p:ext uri="{BB962C8B-B14F-4D97-AF65-F5344CB8AC3E}">
        <p14:creationId xmlns:p14="http://schemas.microsoft.com/office/powerpoint/2010/main" val="17800958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14</a:t>
            </a:fld>
            <a:endParaRPr/>
          </a:p>
        </p:txBody>
      </p:sp>
    </p:spTree>
    <p:extLst>
      <p:ext uri="{BB962C8B-B14F-4D97-AF65-F5344CB8AC3E}">
        <p14:creationId xmlns:p14="http://schemas.microsoft.com/office/powerpoint/2010/main" val="24280949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parata 01 | Título + Subtítulo 1 3 1 1">
  <p:cSld name="Separata 01 | Título + Subtítulo 1 3 1 1">
    <p:bg>
      <p:bgPr>
        <a:solidFill>
          <a:schemeClr val="accent1"/>
        </a:solidFill>
        <a:effectLst/>
      </p:bgPr>
    </p:bg>
    <p:spTree>
      <p:nvGrpSpPr>
        <p:cNvPr id="1" name="Shape 15"/>
        <p:cNvGrpSpPr/>
        <p:nvPr/>
      </p:nvGrpSpPr>
      <p:grpSpPr>
        <a:xfrm>
          <a:off x="0" y="0"/>
          <a:ext cx="0" cy="0"/>
          <a:chOff x="0" y="0"/>
          <a:chExt cx="0" cy="0"/>
        </a:xfrm>
      </p:grpSpPr>
      <p:pic>
        <p:nvPicPr>
          <p:cNvPr id="16" name="Google Shape;16;p23"/>
          <p:cNvPicPr preferRelativeResize="0"/>
          <p:nvPr/>
        </p:nvPicPr>
        <p:blipFill rotWithShape="1">
          <a:blip r:embed="rId2">
            <a:alphaModFix amt="17000"/>
          </a:blip>
          <a:srcRect/>
          <a:stretch/>
        </p:blipFill>
        <p:spPr>
          <a:xfrm rot="5400000">
            <a:off x="8135918" y="1628437"/>
            <a:ext cx="6089301" cy="4384929"/>
          </a:xfrm>
          <a:prstGeom prst="rect">
            <a:avLst/>
          </a:prstGeom>
          <a:noFill/>
          <a:ln>
            <a:noFill/>
          </a:ln>
        </p:spPr>
      </p:pic>
      <p:sp>
        <p:nvSpPr>
          <p:cNvPr id="17" name="Google Shape;17;p23"/>
          <p:cNvSpPr txBox="1">
            <a:spLocks noGrp="1"/>
          </p:cNvSpPr>
          <p:nvPr>
            <p:ph type="title"/>
          </p:nvPr>
        </p:nvSpPr>
        <p:spPr>
          <a:xfrm>
            <a:off x="9752830" y="960000"/>
            <a:ext cx="1478807" cy="1164600"/>
          </a:xfrm>
          <a:prstGeom prst="rect">
            <a:avLst/>
          </a:prstGeom>
          <a:noFill/>
          <a:ln>
            <a:noFill/>
          </a:ln>
        </p:spPr>
        <p:txBody>
          <a:bodyPr spcFirstLastPara="1" wrap="square" lIns="0" tIns="0" rIns="0" bIns="0" anchor="t" anchorCtr="0">
            <a:normAutofit/>
          </a:bodyPr>
          <a:lstStyle>
            <a:lvl1pPr marR="0" lvl="0" algn="r"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18" name="Google Shape;18;p23"/>
          <p:cNvSpPr/>
          <p:nvPr/>
        </p:nvSpPr>
        <p:spPr>
          <a:xfrm>
            <a:off x="-950926" y="2008425"/>
            <a:ext cx="4081268" cy="4026300"/>
          </a:xfrm>
          <a:prstGeom prst="ellipse">
            <a:avLst/>
          </a:prstGeom>
          <a:solidFill>
            <a:schemeClr val="accent3"/>
          </a:solidFill>
          <a:ln w="9525" cap="flat" cmpd="sng">
            <a:solidFill>
              <a:schemeClr val="dk2"/>
            </a:solidFill>
            <a:prstDash val="solid"/>
            <a:round/>
            <a:headEnd type="none" w="sm" len="sm"/>
            <a:tailEnd type="none" w="sm" len="sm"/>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23"/>
          <p:cNvSpPr txBox="1">
            <a:spLocks noGrp="1"/>
          </p:cNvSpPr>
          <p:nvPr>
            <p:ph type="title" idx="2"/>
          </p:nvPr>
        </p:nvSpPr>
        <p:spPr>
          <a:xfrm>
            <a:off x="897558" y="2008425"/>
            <a:ext cx="7868575"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pic>
        <p:nvPicPr>
          <p:cNvPr id="20" name="Google Shape;20;p23"/>
          <p:cNvPicPr preferRelativeResize="0"/>
          <p:nvPr/>
        </p:nvPicPr>
        <p:blipFill rotWithShape="1">
          <a:blip r:embed="rId3">
            <a:alphaModFix/>
          </a:blip>
          <a:srcRect/>
          <a:stretch/>
        </p:blipFill>
        <p:spPr>
          <a:xfrm>
            <a:off x="959975" y="960000"/>
            <a:ext cx="539631" cy="667428"/>
          </a:xfrm>
          <a:prstGeom prst="rect">
            <a:avLst/>
          </a:prstGeom>
          <a:noFill/>
          <a:ln>
            <a:noFill/>
          </a:ln>
        </p:spPr>
      </p:pic>
    </p:spTree>
  </p:cSld>
  <p:clrMapOvr>
    <a:masterClrMapping/>
  </p:clrMapOvr>
  <p:extLst>
    <p:ext uri="{DCECCB84-F9BA-43D5-87BE-67443E8EF086}">
      <p15:sldGuideLst xmlns:p15="http://schemas.microsoft.com/office/powerpoint/2012/main">
        <p15:guide id="1" pos="302">
          <p15:clr>
            <a:schemeClr val="accent2"/>
          </p15:clr>
        </p15:guide>
        <p15:guide id="2" pos="605">
          <p15:clr>
            <a:schemeClr val="accent2"/>
          </p15:clr>
        </p15:guide>
        <p15:guide id="3" pos="7379">
          <p15:clr>
            <a:schemeClr val="accent2"/>
          </p15:clr>
        </p15:guide>
        <p15:guide id="4" orient="horz" pos="302">
          <p15:clr>
            <a:schemeClr val="accent2"/>
          </p15:clr>
        </p15:guide>
        <p15:guide id="5" orient="horz" pos="605">
          <p15:clr>
            <a:schemeClr val="accent2"/>
          </p15:clr>
        </p15:guide>
        <p15:guide id="6" pos="7076">
          <p15:clr>
            <a:schemeClr val="accent2"/>
          </p15:clr>
        </p15:guide>
        <p15:guide id="7" orient="horz" pos="4018">
          <p15:clr>
            <a:schemeClr val="accent2"/>
          </p15:clr>
        </p15:guide>
        <p15:guide id="8" orient="horz" pos="3715">
          <p15:clr>
            <a:schemeClr val="accent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parata 01 | Título + Subtítulo 2 2 2">
  <p:cSld name="Separata 01 | Título + Subtítulo 2 2 2">
    <p:bg>
      <p:bgPr>
        <a:solidFill>
          <a:srgbClr val="FFFFFF"/>
        </a:solidFill>
        <a:effectLst/>
      </p:bgPr>
    </p:bg>
    <p:spTree>
      <p:nvGrpSpPr>
        <p:cNvPr id="1" name="Shape 21"/>
        <p:cNvGrpSpPr/>
        <p:nvPr/>
      </p:nvGrpSpPr>
      <p:grpSpPr>
        <a:xfrm>
          <a:off x="0" y="0"/>
          <a:ext cx="0" cy="0"/>
          <a:chOff x="0" y="0"/>
          <a:chExt cx="0" cy="0"/>
        </a:xfrm>
      </p:grpSpPr>
      <p:pic>
        <p:nvPicPr>
          <p:cNvPr id="22" name="Google Shape;22;p24"/>
          <p:cNvPicPr preferRelativeResize="0"/>
          <p:nvPr/>
        </p:nvPicPr>
        <p:blipFill rotWithShape="1">
          <a:blip r:embed="rId2">
            <a:alphaModFix/>
          </a:blip>
          <a:srcRect/>
          <a:stretch/>
        </p:blipFill>
        <p:spPr>
          <a:xfrm>
            <a:off x="449942" y="5926943"/>
            <a:ext cx="449942" cy="557259"/>
          </a:xfrm>
          <a:prstGeom prst="rect">
            <a:avLst/>
          </a:prstGeom>
          <a:noFill/>
          <a:ln>
            <a:noFill/>
          </a:ln>
        </p:spPr>
      </p:pic>
      <p:pic>
        <p:nvPicPr>
          <p:cNvPr id="23" name="Google Shape;23;p24"/>
          <p:cNvPicPr preferRelativeResize="0"/>
          <p:nvPr/>
        </p:nvPicPr>
        <p:blipFill rotWithShape="1">
          <a:blip r:embed="rId3">
            <a:alphaModFix/>
          </a:blip>
          <a:srcRect/>
          <a:stretch/>
        </p:blipFill>
        <p:spPr>
          <a:xfrm rot="10800000" flipH="1">
            <a:off x="-4" y="1"/>
            <a:ext cx="12191610" cy="1693361"/>
          </a:xfrm>
          <a:prstGeom prst="rect">
            <a:avLst/>
          </a:prstGeom>
          <a:noFill/>
          <a:ln>
            <a:noFill/>
          </a:ln>
        </p:spPr>
      </p:pic>
      <p:sp>
        <p:nvSpPr>
          <p:cNvPr id="24" name="Google Shape;24;p24"/>
          <p:cNvSpPr txBox="1">
            <a:spLocks noGrp="1"/>
          </p:cNvSpPr>
          <p:nvPr>
            <p:ph type="sldNum" idx="12"/>
          </p:nvPr>
        </p:nvSpPr>
        <p:spPr>
          <a:xfrm>
            <a:off x="11296253" y="6215075"/>
            <a:ext cx="455941" cy="192900"/>
          </a:xfrm>
          <a:prstGeom prst="rect">
            <a:avLst/>
          </a:prstGeom>
          <a:noFill/>
          <a:ln>
            <a:noFill/>
          </a:ln>
        </p:spPr>
        <p:txBody>
          <a:bodyPr spcFirstLastPara="1" wrap="square" lIns="121900" tIns="121900" rIns="121900" bIns="1219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1pPr>
            <a:lvl2pPr marL="0" marR="0" lvl="1"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2pPr>
            <a:lvl3pPr marL="0" marR="0" lvl="2"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3pPr>
            <a:lvl4pPr marL="0" marR="0" lvl="3"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4pPr>
            <a:lvl5pPr marL="0" marR="0" lvl="4"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5pPr>
            <a:lvl6pPr marL="0" marR="0" lvl="5"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6pPr>
            <a:lvl7pPr marL="0" marR="0" lvl="6"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7pPr>
            <a:lvl8pPr marL="0" marR="0" lvl="7"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8pPr>
            <a:lvl9pPr marL="0" marR="0" lvl="8"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9pPr>
          </a:lstStyle>
          <a:p>
            <a:pPr marL="0" lvl="0" indent="0" algn="ctr" rtl="0">
              <a:spcBef>
                <a:spcPts val="0"/>
              </a:spcBef>
              <a:spcAft>
                <a:spcPts val="0"/>
              </a:spcAft>
              <a:buNone/>
            </a:pPr>
            <a:fld id="{00000000-1234-1234-1234-123412341234}" type="slidenum">
              <a:rPr lang="es-ES"/>
              <a:t>‹Nº›</a:t>
            </a:fld>
            <a:endParaRPr/>
          </a:p>
        </p:txBody>
      </p:sp>
      <p:sp>
        <p:nvSpPr>
          <p:cNvPr id="25" name="Google Shape;25;p24"/>
          <p:cNvSpPr txBox="1">
            <a:spLocks noGrp="1"/>
          </p:cNvSpPr>
          <p:nvPr>
            <p:ph type="title"/>
          </p:nvPr>
        </p:nvSpPr>
        <p:spPr>
          <a:xfrm>
            <a:off x="429192" y="331725"/>
            <a:ext cx="11322925" cy="3036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FFFFFF"/>
              </a:buClr>
              <a:buSzPts val="2000"/>
              <a:buFont typeface="Ubuntu Medium"/>
              <a:buNone/>
              <a:defRPr sz="2000"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283">
          <p15:clr>
            <a:srgbClr val="F26B43"/>
          </p15:clr>
        </p15:guide>
        <p15:guide id="2" pos="567">
          <p15:clr>
            <a:srgbClr val="F26B43"/>
          </p15:clr>
        </p15:guide>
        <p15:guide id="3" pos="7404">
          <p15:clr>
            <a:schemeClr val="accent2"/>
          </p15:clr>
        </p15:guide>
        <p15:guide id="4" orient="horz" pos="280">
          <p15:clr>
            <a:srgbClr val="F26B43"/>
          </p15:clr>
        </p15:guide>
        <p15:guide id="5" orient="horz" pos="564">
          <p15:clr>
            <a:srgbClr val="F26B43"/>
          </p15:clr>
        </p15:guide>
        <p15:guide id="6" pos="7117">
          <p15:clr>
            <a:schemeClr val="accent2"/>
          </p15:clr>
        </p15:guide>
        <p15:guide id="7" orient="horz" pos="4037">
          <p15:clr>
            <a:schemeClr val="accent2"/>
          </p15:clr>
        </p15:guide>
        <p15:guide id="8" orient="horz" pos="3634">
          <p15:clr>
            <a:schemeClr val="accent2"/>
          </p15:clr>
        </p15:guide>
        <p15:guide id="9">
          <p15:clr>
            <a:srgbClr val="FA7B17"/>
          </p15:clr>
        </p15:guide>
        <p15:guide id="10" orient="horz">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parata 01 | Título + Subtítulo 2 2 2 1">
  <p:cSld name="Separata 01 | Título + Subtítulo 2 2 2 1">
    <p:bg>
      <p:bgPr>
        <a:solidFill>
          <a:srgbClr val="FFFFFF"/>
        </a:solidFill>
        <a:effectLst/>
      </p:bgPr>
    </p:bg>
    <p:spTree>
      <p:nvGrpSpPr>
        <p:cNvPr id="1" name="Shape 26"/>
        <p:cNvGrpSpPr/>
        <p:nvPr/>
      </p:nvGrpSpPr>
      <p:grpSpPr>
        <a:xfrm>
          <a:off x="0" y="0"/>
          <a:ext cx="0" cy="0"/>
          <a:chOff x="0" y="0"/>
          <a:chExt cx="0" cy="0"/>
        </a:xfrm>
      </p:grpSpPr>
      <p:pic>
        <p:nvPicPr>
          <p:cNvPr id="27" name="Google Shape;27;p28"/>
          <p:cNvPicPr preferRelativeResize="0"/>
          <p:nvPr/>
        </p:nvPicPr>
        <p:blipFill rotWithShape="1">
          <a:blip r:embed="rId2">
            <a:alphaModFix/>
          </a:blip>
          <a:srcRect/>
          <a:stretch/>
        </p:blipFill>
        <p:spPr>
          <a:xfrm>
            <a:off x="449942" y="5926943"/>
            <a:ext cx="449942" cy="557259"/>
          </a:xfrm>
          <a:prstGeom prst="rect">
            <a:avLst/>
          </a:prstGeom>
          <a:noFill/>
          <a:ln>
            <a:noFill/>
          </a:ln>
        </p:spPr>
      </p:pic>
      <p:pic>
        <p:nvPicPr>
          <p:cNvPr id="28" name="Google Shape;28;p28"/>
          <p:cNvPicPr preferRelativeResize="0"/>
          <p:nvPr/>
        </p:nvPicPr>
        <p:blipFill rotWithShape="1">
          <a:blip r:embed="rId3">
            <a:alphaModFix/>
          </a:blip>
          <a:srcRect/>
          <a:stretch/>
        </p:blipFill>
        <p:spPr>
          <a:xfrm rot="10800000" flipH="1">
            <a:off x="-4" y="1"/>
            <a:ext cx="12191616" cy="1692979"/>
          </a:xfrm>
          <a:prstGeom prst="rect">
            <a:avLst/>
          </a:prstGeom>
          <a:noFill/>
          <a:ln>
            <a:noFill/>
          </a:ln>
        </p:spPr>
      </p:pic>
      <p:sp>
        <p:nvSpPr>
          <p:cNvPr id="29" name="Google Shape;29;p28"/>
          <p:cNvSpPr txBox="1">
            <a:spLocks noGrp="1"/>
          </p:cNvSpPr>
          <p:nvPr>
            <p:ph type="sldNum" idx="12"/>
          </p:nvPr>
        </p:nvSpPr>
        <p:spPr>
          <a:xfrm>
            <a:off x="11296253" y="6215075"/>
            <a:ext cx="455941" cy="192900"/>
          </a:xfrm>
          <a:prstGeom prst="rect">
            <a:avLst/>
          </a:prstGeom>
          <a:noFill/>
          <a:ln>
            <a:noFill/>
          </a:ln>
        </p:spPr>
        <p:txBody>
          <a:bodyPr spcFirstLastPara="1" wrap="square" lIns="121900" tIns="121900" rIns="121900" bIns="1219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1pPr>
            <a:lvl2pPr marL="0" marR="0" lvl="1"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2pPr>
            <a:lvl3pPr marL="0" marR="0" lvl="2"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3pPr>
            <a:lvl4pPr marL="0" marR="0" lvl="3"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4pPr>
            <a:lvl5pPr marL="0" marR="0" lvl="4"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5pPr>
            <a:lvl6pPr marL="0" marR="0" lvl="5"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6pPr>
            <a:lvl7pPr marL="0" marR="0" lvl="6"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7pPr>
            <a:lvl8pPr marL="0" marR="0" lvl="7"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8pPr>
            <a:lvl9pPr marL="0" marR="0" lvl="8"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9pPr>
          </a:lstStyle>
          <a:p>
            <a:pPr marL="0" lvl="0" indent="0" algn="ctr" rtl="0">
              <a:spcBef>
                <a:spcPts val="0"/>
              </a:spcBef>
              <a:spcAft>
                <a:spcPts val="0"/>
              </a:spcAft>
              <a:buNone/>
            </a:pPr>
            <a:fld id="{00000000-1234-1234-1234-123412341234}" type="slidenum">
              <a:rPr lang="es-ES"/>
              <a:t>‹Nº›</a:t>
            </a:fld>
            <a:endParaRPr/>
          </a:p>
        </p:txBody>
      </p:sp>
      <p:sp>
        <p:nvSpPr>
          <p:cNvPr id="30" name="Google Shape;30;p28"/>
          <p:cNvSpPr txBox="1">
            <a:spLocks noGrp="1"/>
          </p:cNvSpPr>
          <p:nvPr>
            <p:ph type="title"/>
          </p:nvPr>
        </p:nvSpPr>
        <p:spPr>
          <a:xfrm>
            <a:off x="429192" y="331725"/>
            <a:ext cx="11322925" cy="3036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FFFFFF"/>
              </a:buClr>
              <a:buSzPts val="2000"/>
              <a:buFont typeface="Ubuntu Medium"/>
              <a:buNone/>
              <a:defRPr sz="2000"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283">
          <p15:clr>
            <a:schemeClr val="accent2"/>
          </p15:clr>
        </p15:guide>
        <p15:guide id="2" pos="567">
          <p15:clr>
            <a:schemeClr val="accent2"/>
          </p15:clr>
        </p15:guide>
        <p15:guide id="3" pos="7404">
          <p15:clr>
            <a:schemeClr val="accent2"/>
          </p15:clr>
        </p15:guide>
        <p15:guide id="4" orient="horz" pos="280">
          <p15:clr>
            <a:schemeClr val="accent2"/>
          </p15:clr>
        </p15:guide>
        <p15:guide id="5" orient="horz" pos="564">
          <p15:clr>
            <a:schemeClr val="accent2"/>
          </p15:clr>
        </p15:guide>
        <p15:guide id="6" pos="7117">
          <p15:clr>
            <a:schemeClr val="accent2"/>
          </p15:clr>
        </p15:guide>
        <p15:guide id="7" orient="horz" pos="4037">
          <p15:clr>
            <a:schemeClr val="accent2"/>
          </p15:clr>
        </p15:guide>
        <p15:guide id="8" orient="horz" pos="3753">
          <p15:clr>
            <a:schemeClr val="accent2"/>
          </p15:clr>
        </p15:guide>
        <p15:guide id="9">
          <p15:clr>
            <a:srgbClr val="FA7B17"/>
          </p15:clr>
        </p15:guide>
        <p15:guide id="10" orient="horz">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parata 01 | Título + Subtítulo 1 1 1 1">
  <p:cSld name="Separata 01 | Título + Subtítulo 1 1 1 1">
    <p:bg>
      <p:bgPr>
        <a:solidFill>
          <a:srgbClr val="FFFFFF"/>
        </a:solidFill>
        <a:effectLst/>
      </p:bgPr>
    </p:bg>
    <p:spTree>
      <p:nvGrpSpPr>
        <p:cNvPr id="1" name="Shape 31"/>
        <p:cNvGrpSpPr/>
        <p:nvPr/>
      </p:nvGrpSpPr>
      <p:grpSpPr>
        <a:xfrm>
          <a:off x="0" y="0"/>
          <a:ext cx="0" cy="0"/>
          <a:chOff x="0" y="0"/>
          <a:chExt cx="0" cy="0"/>
        </a:xfrm>
      </p:grpSpPr>
      <p:sp>
        <p:nvSpPr>
          <p:cNvPr id="32" name="Google Shape;32;p25"/>
          <p:cNvSpPr/>
          <p:nvPr/>
        </p:nvSpPr>
        <p:spPr>
          <a:xfrm>
            <a:off x="-4459244" y="-17004275"/>
            <a:ext cx="21110050" cy="21112800"/>
          </a:xfrm>
          <a:prstGeom prst="ellipse">
            <a:avLst/>
          </a:prstGeom>
          <a:solidFill>
            <a:srgbClr val="110841"/>
          </a:solidFill>
          <a:ln w="9525" cap="flat" cmpd="sng">
            <a:solidFill>
              <a:schemeClr val="dk2"/>
            </a:solidFill>
            <a:prstDash val="solid"/>
            <a:round/>
            <a:headEnd type="none" w="sm" len="sm"/>
            <a:tailEnd type="none" w="sm" len="sm"/>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25"/>
          <p:cNvSpPr txBox="1">
            <a:spLocks noGrp="1"/>
          </p:cNvSpPr>
          <p:nvPr>
            <p:ph type="title"/>
          </p:nvPr>
        </p:nvSpPr>
        <p:spPr>
          <a:xfrm>
            <a:off x="5635791" y="1891675"/>
            <a:ext cx="5483886" cy="3600473"/>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1"/>
          </p15:clr>
        </p15:guide>
        <p15:guide id="2" pos="605">
          <p15:clr>
            <a:schemeClr val="accent1"/>
          </p15:clr>
        </p15:guide>
        <p15:guide id="3" pos="7379">
          <p15:clr>
            <a:schemeClr val="accent1"/>
          </p15:clr>
        </p15:guide>
        <p15:guide id="4" orient="horz" pos="302">
          <p15:clr>
            <a:schemeClr val="accent1"/>
          </p15:clr>
        </p15:guide>
        <p15:guide id="5" orient="horz" pos="436">
          <p15:clr>
            <a:schemeClr val="accent1"/>
          </p15:clr>
        </p15:guide>
        <p15:guide id="6" pos="7076">
          <p15:clr>
            <a:schemeClr val="accent1"/>
          </p15:clr>
        </p15:guide>
        <p15:guide id="7" orient="horz" pos="4018">
          <p15:clr>
            <a:schemeClr val="accent1"/>
          </p15:clr>
        </p15:guide>
        <p15:guide id="8" orient="horz" pos="3715">
          <p15:clr>
            <a:schemeClr val="accent1"/>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ortada" type="title">
  <p:cSld name="TITLE">
    <p:bg>
      <p:bgPr>
        <a:solidFill>
          <a:schemeClr val="accent1"/>
        </a:solidFill>
        <a:effectLst/>
      </p:bgPr>
    </p:bg>
    <p:spTree>
      <p:nvGrpSpPr>
        <p:cNvPr id="1" name="Shape 34"/>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pos="302">
          <p15:clr>
            <a:schemeClr val="accent2"/>
          </p15:clr>
        </p15:guide>
        <p15:guide id="2" pos="605">
          <p15:clr>
            <a:schemeClr val="accent2"/>
          </p15:clr>
        </p15:guide>
        <p15:guide id="3" pos="7379">
          <p15:clr>
            <a:schemeClr val="accent2"/>
          </p15:clr>
        </p15:guide>
        <p15:guide id="4" orient="horz" pos="302">
          <p15:clr>
            <a:schemeClr val="accent2"/>
          </p15:clr>
        </p15:guide>
        <p15:guide id="5" orient="horz" pos="605">
          <p15:clr>
            <a:schemeClr val="accent2"/>
          </p15:clr>
        </p15:guide>
        <p15:guide id="6" pos="7076">
          <p15:clr>
            <a:schemeClr val="accent2"/>
          </p15:clr>
        </p15:guide>
        <p15:guide id="7" orient="horz" pos="4018">
          <p15:clr>
            <a:schemeClr val="accent2"/>
          </p15:clr>
        </p15:guide>
        <p15:guide id="8" orient="horz" pos="3715">
          <p15:clr>
            <a:schemeClr val="accent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ortada 1 1">
  <p:cSld name="Portada 1 1">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27"/>
          <p:cNvSpPr txBox="1">
            <a:spLocks noGrp="1"/>
          </p:cNvSpPr>
          <p:nvPr>
            <p:ph type="title"/>
          </p:nvPr>
        </p:nvSpPr>
        <p:spPr>
          <a:xfrm>
            <a:off x="897558" y="2787625"/>
            <a:ext cx="7038583" cy="265440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37" name="Google Shape;37;p27"/>
          <p:cNvSpPr txBox="1">
            <a:spLocks noGrp="1"/>
          </p:cNvSpPr>
          <p:nvPr>
            <p:ph type="subTitle" idx="1"/>
          </p:nvPr>
        </p:nvSpPr>
        <p:spPr>
          <a:xfrm>
            <a:off x="952951" y="5626475"/>
            <a:ext cx="6983090" cy="3385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FFFFFF"/>
              </a:buClr>
              <a:buSzPts val="2200"/>
              <a:buFont typeface="Ubuntu Light"/>
              <a:buNone/>
              <a:defRPr sz="2200" b="0" i="0" u="none" strike="noStrike" cap="none">
                <a:solidFill>
                  <a:srgbClr val="FFFFFF"/>
                </a:solidFill>
                <a:latin typeface="Ubuntu Light"/>
                <a:ea typeface="Ubuntu Light"/>
                <a:cs typeface="Ubuntu Light"/>
                <a:sym typeface="Ubuntu Light"/>
              </a:defRPr>
            </a:lvl1pPr>
            <a:lvl2pPr marR="0" lvl="1"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9pPr>
          </a:lstStyle>
          <a:p>
            <a:endParaRPr/>
          </a:p>
        </p:txBody>
      </p:sp>
      <p:sp>
        <p:nvSpPr>
          <p:cNvPr id="38" name="Google Shape;38;p27"/>
          <p:cNvSpPr txBox="1">
            <a:spLocks noGrp="1"/>
          </p:cNvSpPr>
          <p:nvPr>
            <p:ph type="title" idx="2"/>
          </p:nvPr>
        </p:nvSpPr>
        <p:spPr>
          <a:xfrm>
            <a:off x="9752830" y="960000"/>
            <a:ext cx="1478807" cy="1164600"/>
          </a:xfrm>
          <a:prstGeom prst="rect">
            <a:avLst/>
          </a:prstGeom>
          <a:noFill/>
          <a:ln>
            <a:noFill/>
          </a:ln>
        </p:spPr>
        <p:txBody>
          <a:bodyPr spcFirstLastPara="1" wrap="square" lIns="0" tIns="0" rIns="0" bIns="0" anchor="t" anchorCtr="0">
            <a:normAutofit/>
          </a:bodyPr>
          <a:lstStyle>
            <a:lvl1pPr marR="0" lvl="0" algn="r"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2"/>
          </p15:clr>
        </p15:guide>
        <p15:guide id="2" pos="605">
          <p15:clr>
            <a:schemeClr val="accent2"/>
          </p15:clr>
        </p15:guide>
        <p15:guide id="3" pos="7379">
          <p15:clr>
            <a:schemeClr val="accent2"/>
          </p15:clr>
        </p15:guide>
        <p15:guide id="4" orient="horz" pos="302">
          <p15:clr>
            <a:schemeClr val="accent2"/>
          </p15:clr>
        </p15:guide>
        <p15:guide id="5" orient="horz" pos="605">
          <p15:clr>
            <a:schemeClr val="accent2"/>
          </p15:clr>
        </p15:guide>
        <p15:guide id="6" pos="7076">
          <p15:clr>
            <a:schemeClr val="accent2"/>
          </p15:clr>
        </p15:guide>
        <p15:guide id="7" orient="horz" pos="4018">
          <p15:clr>
            <a:schemeClr val="accent2"/>
          </p15:clr>
        </p15:guide>
        <p15:guide id="8" orient="horz" pos="3715">
          <p15:clr>
            <a:schemeClr val="accent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parata 01 | Título + Subtítulo 2 2 2 2">
  <p:cSld name="Separata 01 | Título + Subtítulo 2 2 2 2">
    <p:bg>
      <p:bgPr>
        <a:solidFill>
          <a:srgbClr val="FFFFFF"/>
        </a:solidFill>
        <a:effectLst/>
      </p:bgPr>
    </p:bg>
    <p:spTree>
      <p:nvGrpSpPr>
        <p:cNvPr id="1" name="Shape 39"/>
        <p:cNvGrpSpPr/>
        <p:nvPr/>
      </p:nvGrpSpPr>
      <p:grpSpPr>
        <a:xfrm>
          <a:off x="0" y="0"/>
          <a:ext cx="0" cy="0"/>
          <a:chOff x="0" y="0"/>
          <a:chExt cx="0" cy="0"/>
        </a:xfrm>
      </p:grpSpPr>
      <p:pic>
        <p:nvPicPr>
          <p:cNvPr id="40" name="Google Shape;40;p29"/>
          <p:cNvPicPr preferRelativeResize="0"/>
          <p:nvPr/>
        </p:nvPicPr>
        <p:blipFill rotWithShape="1">
          <a:blip r:embed="rId2">
            <a:alphaModFix/>
          </a:blip>
          <a:srcRect/>
          <a:stretch/>
        </p:blipFill>
        <p:spPr>
          <a:xfrm>
            <a:off x="0" y="5398094"/>
            <a:ext cx="12191610" cy="1462569"/>
          </a:xfrm>
          <a:prstGeom prst="rect">
            <a:avLst/>
          </a:prstGeom>
          <a:noFill/>
          <a:ln>
            <a:noFill/>
          </a:ln>
        </p:spPr>
      </p:pic>
      <p:sp>
        <p:nvSpPr>
          <p:cNvPr id="41" name="Google Shape;41;p29"/>
          <p:cNvSpPr txBox="1">
            <a:spLocks noGrp="1"/>
          </p:cNvSpPr>
          <p:nvPr>
            <p:ph type="sldNum" idx="12"/>
          </p:nvPr>
        </p:nvSpPr>
        <p:spPr>
          <a:xfrm>
            <a:off x="11296253" y="6215075"/>
            <a:ext cx="455941" cy="192900"/>
          </a:xfrm>
          <a:prstGeom prst="rect">
            <a:avLst/>
          </a:prstGeom>
          <a:noFill/>
          <a:ln>
            <a:noFill/>
          </a:ln>
        </p:spPr>
        <p:txBody>
          <a:bodyPr spcFirstLastPara="1" wrap="square" lIns="121900" tIns="121900" rIns="121900" bIns="1219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1pPr>
            <a:lvl2pPr marL="0" marR="0" lvl="1"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2pPr>
            <a:lvl3pPr marL="0" marR="0" lvl="2"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3pPr>
            <a:lvl4pPr marL="0" marR="0" lvl="3"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4pPr>
            <a:lvl5pPr marL="0" marR="0" lvl="4"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5pPr>
            <a:lvl6pPr marL="0" marR="0" lvl="5"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6pPr>
            <a:lvl7pPr marL="0" marR="0" lvl="6"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7pPr>
            <a:lvl8pPr marL="0" marR="0" lvl="7"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8pPr>
            <a:lvl9pPr marL="0" marR="0" lvl="8"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9pPr>
          </a:lstStyle>
          <a:p>
            <a:pPr marL="0" lvl="0" indent="0" algn="ctr" rtl="0">
              <a:spcBef>
                <a:spcPts val="0"/>
              </a:spcBef>
              <a:spcAft>
                <a:spcPts val="0"/>
              </a:spcAft>
              <a:buNone/>
            </a:pPr>
            <a:fld id="{00000000-1234-1234-1234-123412341234}" type="slidenum">
              <a:rPr lang="es-ES"/>
              <a:t>‹Nº›</a:t>
            </a:fld>
            <a:endParaRPr/>
          </a:p>
        </p:txBody>
      </p:sp>
      <p:pic>
        <p:nvPicPr>
          <p:cNvPr id="42" name="Google Shape;42;p29"/>
          <p:cNvPicPr preferRelativeResize="0"/>
          <p:nvPr/>
        </p:nvPicPr>
        <p:blipFill rotWithShape="1">
          <a:blip r:embed="rId3">
            <a:alphaModFix/>
          </a:blip>
          <a:srcRect/>
          <a:stretch/>
        </p:blipFill>
        <p:spPr>
          <a:xfrm>
            <a:off x="449942" y="5926943"/>
            <a:ext cx="449942" cy="557259"/>
          </a:xfrm>
          <a:prstGeom prst="rect">
            <a:avLst/>
          </a:prstGeom>
          <a:noFill/>
          <a:ln>
            <a:noFill/>
          </a:ln>
        </p:spPr>
      </p:pic>
    </p:spTree>
  </p:cSld>
  <p:clrMapOvr>
    <a:masterClrMapping/>
  </p:clrMapOvr>
  <p:extLst>
    <p:ext uri="{DCECCB84-F9BA-43D5-87BE-67443E8EF086}">
      <p15:sldGuideLst xmlns:p15="http://schemas.microsoft.com/office/powerpoint/2012/main">
        <p15:guide id="1" pos="283">
          <p15:clr>
            <a:schemeClr val="accent2"/>
          </p15:clr>
        </p15:guide>
        <p15:guide id="2" pos="567">
          <p15:clr>
            <a:schemeClr val="accent2"/>
          </p15:clr>
        </p15:guide>
        <p15:guide id="3" pos="7404">
          <p15:clr>
            <a:schemeClr val="accent2"/>
          </p15:clr>
        </p15:guide>
        <p15:guide id="4" orient="horz" pos="280">
          <p15:clr>
            <a:schemeClr val="accent2"/>
          </p15:clr>
        </p15:guide>
        <p15:guide id="5" orient="horz" pos="564">
          <p15:clr>
            <a:schemeClr val="accent2"/>
          </p15:clr>
        </p15:guide>
        <p15:guide id="6" pos="7117">
          <p15:clr>
            <a:schemeClr val="accent2"/>
          </p15:clr>
        </p15:guide>
        <p15:guide id="7" orient="horz" pos="4037">
          <p15:clr>
            <a:schemeClr val="accent2"/>
          </p15:clr>
        </p15:guide>
        <p15:guide id="8" orient="horz" pos="3753">
          <p15:clr>
            <a:schemeClr val="accent2"/>
          </p15:clr>
        </p15:guide>
        <p15:guide id="9">
          <p15:clr>
            <a:srgbClr val="FA7B17"/>
          </p15:clr>
        </p15:guide>
        <p15:guide id="10" orient="horz">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parata 01 | Título + Subtítulo 2 2 2 1 2">
  <p:cSld name="Separata 01 | Título + Subtítulo 2 2 2 1 2">
    <p:bg>
      <p:bgPr>
        <a:solidFill>
          <a:srgbClr val="FFFFFF"/>
        </a:solidFill>
        <a:effectLst/>
      </p:bgPr>
    </p:bg>
    <p:spTree>
      <p:nvGrpSpPr>
        <p:cNvPr id="1" name="Shape 43"/>
        <p:cNvGrpSpPr/>
        <p:nvPr/>
      </p:nvGrpSpPr>
      <p:grpSpPr>
        <a:xfrm>
          <a:off x="0" y="0"/>
          <a:ext cx="0" cy="0"/>
          <a:chOff x="0" y="0"/>
          <a:chExt cx="0" cy="0"/>
        </a:xfrm>
      </p:grpSpPr>
      <p:pic>
        <p:nvPicPr>
          <p:cNvPr id="44" name="Google Shape;44;p30"/>
          <p:cNvPicPr preferRelativeResize="0"/>
          <p:nvPr/>
        </p:nvPicPr>
        <p:blipFill rotWithShape="1">
          <a:blip r:embed="rId2">
            <a:alphaModFix/>
          </a:blip>
          <a:srcRect/>
          <a:stretch/>
        </p:blipFill>
        <p:spPr>
          <a:xfrm>
            <a:off x="0" y="5398094"/>
            <a:ext cx="12191610" cy="1462569"/>
          </a:xfrm>
          <a:prstGeom prst="rect">
            <a:avLst/>
          </a:prstGeom>
          <a:noFill/>
          <a:ln>
            <a:noFill/>
          </a:ln>
        </p:spPr>
      </p:pic>
      <p:sp>
        <p:nvSpPr>
          <p:cNvPr id="45" name="Google Shape;45;p30"/>
          <p:cNvSpPr txBox="1">
            <a:spLocks noGrp="1"/>
          </p:cNvSpPr>
          <p:nvPr>
            <p:ph type="sldNum" idx="12"/>
          </p:nvPr>
        </p:nvSpPr>
        <p:spPr>
          <a:xfrm>
            <a:off x="11296251" y="6217622"/>
            <a:ext cx="731605"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
        <p:nvSpPr>
          <p:cNvPr id="46" name="Google Shape;46;p30"/>
          <p:cNvSpPr txBox="1">
            <a:spLocks noGrp="1"/>
          </p:cNvSpPr>
          <p:nvPr>
            <p:ph type="sldNum" idx="2"/>
          </p:nvPr>
        </p:nvSpPr>
        <p:spPr>
          <a:xfrm>
            <a:off x="11296253" y="6215075"/>
            <a:ext cx="455941" cy="192900"/>
          </a:xfrm>
          <a:prstGeom prst="rect">
            <a:avLst/>
          </a:prstGeom>
          <a:noFill/>
          <a:ln>
            <a:noFill/>
          </a:ln>
        </p:spPr>
        <p:txBody>
          <a:bodyPr spcFirstLastPara="1" wrap="square" lIns="121900" tIns="121900" rIns="121900" bIns="1219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1pPr>
            <a:lvl2pPr marL="0" marR="0" lvl="1"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2pPr>
            <a:lvl3pPr marL="0" marR="0" lvl="2"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3pPr>
            <a:lvl4pPr marL="0" marR="0" lvl="3"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4pPr>
            <a:lvl5pPr marL="0" marR="0" lvl="4"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5pPr>
            <a:lvl6pPr marL="0" marR="0" lvl="5"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6pPr>
            <a:lvl7pPr marL="0" marR="0" lvl="6"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7pPr>
            <a:lvl8pPr marL="0" marR="0" lvl="7"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8pPr>
            <a:lvl9pPr marL="0" marR="0" lvl="8"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9pPr>
          </a:lstStyle>
          <a:p>
            <a:pPr marL="0" lvl="0" indent="0" algn="ctr" rtl="0">
              <a:spcBef>
                <a:spcPts val="0"/>
              </a:spcBef>
              <a:spcAft>
                <a:spcPts val="0"/>
              </a:spcAft>
              <a:buNone/>
            </a:pPr>
            <a:fld id="{00000000-1234-1234-1234-123412341234}" type="slidenum">
              <a:rPr lang="es-ES"/>
              <a:t>‹Nº›</a:t>
            </a:fld>
            <a:endParaRPr/>
          </a:p>
        </p:txBody>
      </p:sp>
      <p:pic>
        <p:nvPicPr>
          <p:cNvPr id="47" name="Google Shape;47;p30"/>
          <p:cNvPicPr preferRelativeResize="0"/>
          <p:nvPr/>
        </p:nvPicPr>
        <p:blipFill rotWithShape="1">
          <a:blip r:embed="rId3">
            <a:alphaModFix/>
          </a:blip>
          <a:srcRect/>
          <a:stretch/>
        </p:blipFill>
        <p:spPr>
          <a:xfrm>
            <a:off x="449942" y="5926943"/>
            <a:ext cx="449942" cy="557259"/>
          </a:xfrm>
          <a:prstGeom prst="rect">
            <a:avLst/>
          </a:prstGeom>
          <a:noFill/>
          <a:ln>
            <a:noFill/>
          </a:ln>
        </p:spPr>
      </p:pic>
    </p:spTree>
  </p:cSld>
  <p:clrMapOvr>
    <a:masterClrMapping/>
  </p:clrMapOvr>
  <p:extLst>
    <p:ext uri="{DCECCB84-F9BA-43D5-87BE-67443E8EF086}">
      <p15:sldGuideLst xmlns:p15="http://schemas.microsoft.com/office/powerpoint/2012/main">
        <p15:guide id="1" pos="283">
          <p15:clr>
            <a:schemeClr val="accent2"/>
          </p15:clr>
        </p15:guide>
        <p15:guide id="2" pos="567">
          <p15:clr>
            <a:schemeClr val="accent2"/>
          </p15:clr>
        </p15:guide>
        <p15:guide id="3" pos="7404">
          <p15:clr>
            <a:schemeClr val="accent2"/>
          </p15:clr>
        </p15:guide>
        <p15:guide id="4" orient="horz" pos="280">
          <p15:clr>
            <a:schemeClr val="accent2"/>
          </p15:clr>
        </p15:guide>
        <p15:guide id="5" orient="horz" pos="564">
          <p15:clr>
            <a:schemeClr val="accent2"/>
          </p15:clr>
        </p15:guide>
        <p15:guide id="6" pos="7117">
          <p15:clr>
            <a:schemeClr val="accent2"/>
          </p15:clr>
        </p15:guide>
        <p15:guide id="7" orient="horz" pos="4037">
          <p15:clr>
            <a:schemeClr val="accent2"/>
          </p15:clr>
        </p15:guide>
        <p15:guide id="8" orient="horz" pos="3753">
          <p15:clr>
            <a:schemeClr val="accent2"/>
          </p15:clr>
        </p15:guide>
        <p15:guide id="9">
          <p15:clr>
            <a:srgbClr val="FA7B17"/>
          </p15:clr>
        </p15:guide>
        <p15:guide id="10" orient="horz">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parata 01 | Título + Subtítulo 2 2 2 1 1">
  <p:cSld name="Separata 01 | Título + Subtítulo 2 2 2 1 1">
    <p:bg>
      <p:bgPr>
        <a:solidFill>
          <a:srgbClr val="FFFFFF"/>
        </a:solidFill>
        <a:effectLst/>
      </p:bgPr>
    </p:bg>
    <p:spTree>
      <p:nvGrpSpPr>
        <p:cNvPr id="1" name="Shape 48"/>
        <p:cNvGrpSpPr/>
        <p:nvPr/>
      </p:nvGrpSpPr>
      <p:grpSpPr>
        <a:xfrm>
          <a:off x="0" y="0"/>
          <a:ext cx="0" cy="0"/>
          <a:chOff x="0" y="0"/>
          <a:chExt cx="0" cy="0"/>
        </a:xfrm>
      </p:grpSpPr>
      <p:pic>
        <p:nvPicPr>
          <p:cNvPr id="49" name="Google Shape;49;p31"/>
          <p:cNvPicPr preferRelativeResize="0"/>
          <p:nvPr/>
        </p:nvPicPr>
        <p:blipFill rotWithShape="1">
          <a:blip r:embed="rId2">
            <a:alphaModFix/>
          </a:blip>
          <a:srcRect/>
          <a:stretch/>
        </p:blipFill>
        <p:spPr>
          <a:xfrm>
            <a:off x="0" y="5399441"/>
            <a:ext cx="12191610" cy="1459885"/>
          </a:xfrm>
          <a:prstGeom prst="rect">
            <a:avLst/>
          </a:prstGeom>
          <a:noFill/>
          <a:ln>
            <a:noFill/>
          </a:ln>
        </p:spPr>
      </p:pic>
      <p:sp>
        <p:nvSpPr>
          <p:cNvPr id="50" name="Google Shape;50;p31"/>
          <p:cNvSpPr txBox="1">
            <a:spLocks noGrp="1"/>
          </p:cNvSpPr>
          <p:nvPr>
            <p:ph type="sldNum" idx="12"/>
          </p:nvPr>
        </p:nvSpPr>
        <p:spPr>
          <a:xfrm>
            <a:off x="11296251" y="6217622"/>
            <a:ext cx="731605"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
        <p:nvSpPr>
          <p:cNvPr id="51" name="Google Shape;51;p31"/>
          <p:cNvSpPr txBox="1">
            <a:spLocks noGrp="1"/>
          </p:cNvSpPr>
          <p:nvPr>
            <p:ph type="sldNum" idx="2"/>
          </p:nvPr>
        </p:nvSpPr>
        <p:spPr>
          <a:xfrm>
            <a:off x="11296253" y="6215075"/>
            <a:ext cx="455941" cy="192900"/>
          </a:xfrm>
          <a:prstGeom prst="rect">
            <a:avLst/>
          </a:prstGeom>
          <a:noFill/>
          <a:ln>
            <a:noFill/>
          </a:ln>
        </p:spPr>
        <p:txBody>
          <a:bodyPr spcFirstLastPara="1" wrap="square" lIns="121900" tIns="121900" rIns="121900" bIns="1219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1pPr>
            <a:lvl2pPr marL="0" marR="0" lvl="1"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2pPr>
            <a:lvl3pPr marL="0" marR="0" lvl="2"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3pPr>
            <a:lvl4pPr marL="0" marR="0" lvl="3"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4pPr>
            <a:lvl5pPr marL="0" marR="0" lvl="4"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5pPr>
            <a:lvl6pPr marL="0" marR="0" lvl="5"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6pPr>
            <a:lvl7pPr marL="0" marR="0" lvl="6"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7pPr>
            <a:lvl8pPr marL="0" marR="0" lvl="7"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8pPr>
            <a:lvl9pPr marL="0" marR="0" lvl="8"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9pPr>
          </a:lstStyle>
          <a:p>
            <a:pPr marL="0" lvl="0" indent="0" algn="ctr" rtl="0">
              <a:spcBef>
                <a:spcPts val="0"/>
              </a:spcBef>
              <a:spcAft>
                <a:spcPts val="0"/>
              </a:spcAft>
              <a:buNone/>
            </a:pPr>
            <a:fld id="{00000000-1234-1234-1234-123412341234}" type="slidenum">
              <a:rPr lang="es-ES"/>
              <a:t>‹Nº›</a:t>
            </a:fld>
            <a:endParaRPr/>
          </a:p>
        </p:txBody>
      </p:sp>
      <p:pic>
        <p:nvPicPr>
          <p:cNvPr id="52" name="Google Shape;52;p31"/>
          <p:cNvPicPr preferRelativeResize="0"/>
          <p:nvPr/>
        </p:nvPicPr>
        <p:blipFill rotWithShape="1">
          <a:blip r:embed="rId3">
            <a:alphaModFix/>
          </a:blip>
          <a:srcRect/>
          <a:stretch/>
        </p:blipFill>
        <p:spPr>
          <a:xfrm>
            <a:off x="449942" y="5926943"/>
            <a:ext cx="449942" cy="557259"/>
          </a:xfrm>
          <a:prstGeom prst="rect">
            <a:avLst/>
          </a:prstGeom>
          <a:noFill/>
          <a:ln>
            <a:noFill/>
          </a:ln>
        </p:spPr>
      </p:pic>
    </p:spTree>
  </p:cSld>
  <p:clrMapOvr>
    <a:masterClrMapping/>
  </p:clrMapOvr>
  <p:extLst>
    <p:ext uri="{DCECCB84-F9BA-43D5-87BE-67443E8EF086}">
      <p15:sldGuideLst xmlns:p15="http://schemas.microsoft.com/office/powerpoint/2012/main">
        <p15:guide id="1" pos="283">
          <p15:clr>
            <a:schemeClr val="accent2"/>
          </p15:clr>
        </p15:guide>
        <p15:guide id="2" pos="567">
          <p15:clr>
            <a:schemeClr val="accent2"/>
          </p15:clr>
        </p15:guide>
        <p15:guide id="3" pos="7404">
          <p15:clr>
            <a:schemeClr val="accent2"/>
          </p15:clr>
        </p15:guide>
        <p15:guide id="4" orient="horz" pos="280">
          <p15:clr>
            <a:schemeClr val="accent2"/>
          </p15:clr>
        </p15:guide>
        <p15:guide id="5" orient="horz" pos="564">
          <p15:clr>
            <a:schemeClr val="accent2"/>
          </p15:clr>
        </p15:guide>
        <p15:guide id="6" pos="7117">
          <p15:clr>
            <a:schemeClr val="accent2"/>
          </p15:clr>
        </p15:guide>
        <p15:guide id="7" orient="horz" pos="4037">
          <p15:clr>
            <a:schemeClr val="accent2"/>
          </p15:clr>
        </p15:guide>
        <p15:guide id="8" orient="horz" pos="3753">
          <p15:clr>
            <a:schemeClr val="accent2"/>
          </p15:clr>
        </p15:guide>
        <p15:guide id="9">
          <p15:clr>
            <a:srgbClr val="FA7B17"/>
          </p15:clr>
        </p15:guide>
        <p15:guide id="10" orient="horz">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parata 01 | Título + Subtítulo 1">
  <p:cSld name="Separata 01 | Título + Subtítulo 1">
    <p:bg>
      <p:bgPr>
        <a:solidFill>
          <a:schemeClr val="accent1"/>
        </a:solidFill>
        <a:effectLst/>
      </p:bgPr>
    </p:bg>
    <p:spTree>
      <p:nvGrpSpPr>
        <p:cNvPr id="1" name="Shape 53"/>
        <p:cNvGrpSpPr/>
        <p:nvPr/>
      </p:nvGrpSpPr>
      <p:grpSpPr>
        <a:xfrm>
          <a:off x="0" y="0"/>
          <a:ext cx="0" cy="0"/>
          <a:chOff x="0" y="0"/>
          <a:chExt cx="0" cy="0"/>
        </a:xfrm>
      </p:grpSpPr>
      <p:pic>
        <p:nvPicPr>
          <p:cNvPr id="54" name="Google Shape;54;p32"/>
          <p:cNvPicPr preferRelativeResize="0"/>
          <p:nvPr/>
        </p:nvPicPr>
        <p:blipFill rotWithShape="1">
          <a:blip r:embed="rId2">
            <a:alphaModFix amt="41000"/>
          </a:blip>
          <a:srcRect l="-25093" t="16642" r="-25077" b="27019"/>
          <a:stretch/>
        </p:blipFill>
        <p:spPr>
          <a:xfrm>
            <a:off x="0" y="0"/>
            <a:ext cx="12191612" cy="6858002"/>
          </a:xfrm>
          <a:prstGeom prst="rect">
            <a:avLst/>
          </a:prstGeom>
          <a:noFill/>
          <a:ln>
            <a:noFill/>
          </a:ln>
        </p:spPr>
      </p:pic>
      <p:sp>
        <p:nvSpPr>
          <p:cNvPr id="55" name="Google Shape;55;p32"/>
          <p:cNvSpPr txBox="1">
            <a:spLocks noGrp="1"/>
          </p:cNvSpPr>
          <p:nvPr>
            <p:ph type="title"/>
          </p:nvPr>
        </p:nvSpPr>
        <p:spPr>
          <a:xfrm>
            <a:off x="897549" y="691536"/>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56" name="Google Shape;56;p32"/>
          <p:cNvSpPr txBox="1">
            <a:spLocks noGrp="1"/>
          </p:cNvSpPr>
          <p:nvPr>
            <p:ph type="subTitle" idx="1"/>
          </p:nvPr>
        </p:nvSpPr>
        <p:spPr>
          <a:xfrm>
            <a:off x="952942" y="2634989"/>
            <a:ext cx="8489194" cy="3385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FFFFFF"/>
              </a:buClr>
              <a:buSzPts val="2200"/>
              <a:buFont typeface="Ubuntu Light"/>
              <a:buNone/>
              <a:defRPr sz="2200" b="0" i="0" u="none" strike="noStrike" cap="none">
                <a:solidFill>
                  <a:srgbClr val="FFFFFF"/>
                </a:solidFill>
                <a:latin typeface="Ubuntu Light"/>
                <a:ea typeface="Ubuntu Light"/>
                <a:cs typeface="Ubuntu Light"/>
                <a:sym typeface="Ubuntu Light"/>
              </a:defRPr>
            </a:lvl1pPr>
            <a:lvl2pPr marR="0" lvl="1"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2"/>
          </p15:clr>
        </p15:guide>
        <p15:guide id="2" pos="605">
          <p15:clr>
            <a:schemeClr val="accent2"/>
          </p15:clr>
        </p15:guide>
        <p15:guide id="3" pos="7379">
          <p15:clr>
            <a:schemeClr val="accent2"/>
          </p15:clr>
        </p15:guide>
        <p15:guide id="4" orient="horz" pos="302">
          <p15:clr>
            <a:schemeClr val="accent2"/>
          </p15:clr>
        </p15:guide>
        <p15:guide id="5" orient="horz" pos="605">
          <p15:clr>
            <a:schemeClr val="accent2"/>
          </p15:clr>
        </p15:guide>
        <p15:guide id="6" pos="7076">
          <p15:clr>
            <a:schemeClr val="accent2"/>
          </p15:clr>
        </p15:guide>
        <p15:guide id="7" orient="horz" pos="4018">
          <p15:clr>
            <a:schemeClr val="accent2"/>
          </p15:clr>
        </p15:guide>
        <p15:guide id="8" orient="horz" pos="3715">
          <p15:clr>
            <a:schemeClr val="accent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parata 01 | Título + Subtítulo 1 5">
  <p:cSld name="Separata 01 | Título + Subtítulo 1 5">
    <p:bg>
      <p:bgPr>
        <a:solidFill>
          <a:schemeClr val="accent1"/>
        </a:solidFill>
        <a:effectLst/>
      </p:bgPr>
    </p:bg>
    <p:spTree>
      <p:nvGrpSpPr>
        <p:cNvPr id="1" name="Shape 57"/>
        <p:cNvGrpSpPr/>
        <p:nvPr/>
      </p:nvGrpSpPr>
      <p:grpSpPr>
        <a:xfrm>
          <a:off x="0" y="0"/>
          <a:ext cx="0" cy="0"/>
          <a:chOff x="0" y="0"/>
          <a:chExt cx="0" cy="0"/>
        </a:xfrm>
      </p:grpSpPr>
      <p:pic>
        <p:nvPicPr>
          <p:cNvPr id="58" name="Google Shape;58;p33"/>
          <p:cNvPicPr preferRelativeResize="0"/>
          <p:nvPr/>
        </p:nvPicPr>
        <p:blipFill rotWithShape="1">
          <a:blip r:embed="rId2">
            <a:alphaModFix amt="20000"/>
          </a:blip>
          <a:srcRect t="7820" b="7818"/>
          <a:stretch/>
        </p:blipFill>
        <p:spPr>
          <a:xfrm>
            <a:off x="1" y="1"/>
            <a:ext cx="12191607" cy="6858001"/>
          </a:xfrm>
          <a:prstGeom prst="rect">
            <a:avLst/>
          </a:prstGeom>
          <a:noFill/>
          <a:ln>
            <a:noFill/>
          </a:ln>
        </p:spPr>
      </p:pic>
      <p:sp>
        <p:nvSpPr>
          <p:cNvPr id="59" name="Google Shape;59;p33"/>
          <p:cNvSpPr txBox="1">
            <a:spLocks noGrp="1"/>
          </p:cNvSpPr>
          <p:nvPr>
            <p:ph type="title"/>
          </p:nvPr>
        </p:nvSpPr>
        <p:spPr>
          <a:xfrm>
            <a:off x="897549" y="691536"/>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60" name="Google Shape;60;p33"/>
          <p:cNvSpPr txBox="1">
            <a:spLocks noGrp="1"/>
          </p:cNvSpPr>
          <p:nvPr>
            <p:ph type="subTitle" idx="1"/>
          </p:nvPr>
        </p:nvSpPr>
        <p:spPr>
          <a:xfrm>
            <a:off x="952942" y="2634989"/>
            <a:ext cx="8489194" cy="3385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FFFFFF"/>
              </a:buClr>
              <a:buSzPts val="2200"/>
              <a:buFont typeface="Ubuntu Light"/>
              <a:buNone/>
              <a:defRPr sz="2200" b="0" i="0" u="none" strike="noStrike" cap="none">
                <a:solidFill>
                  <a:srgbClr val="FFFFFF"/>
                </a:solidFill>
                <a:latin typeface="Ubuntu Light"/>
                <a:ea typeface="Ubuntu Light"/>
                <a:cs typeface="Ubuntu Light"/>
                <a:sym typeface="Ubuntu Light"/>
              </a:defRPr>
            </a:lvl1pPr>
            <a:lvl2pPr marR="0" lvl="1"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2"/>
          </p15:clr>
        </p15:guide>
        <p15:guide id="2" pos="605">
          <p15:clr>
            <a:schemeClr val="accent2"/>
          </p15:clr>
        </p15:guide>
        <p15:guide id="3" pos="7379">
          <p15:clr>
            <a:schemeClr val="accent2"/>
          </p15:clr>
        </p15:guide>
        <p15:guide id="4" orient="horz" pos="302">
          <p15:clr>
            <a:schemeClr val="accent2"/>
          </p15:clr>
        </p15:guide>
        <p15:guide id="5" orient="horz" pos="605">
          <p15:clr>
            <a:schemeClr val="accent2"/>
          </p15:clr>
        </p15:guide>
        <p15:guide id="6" pos="7076">
          <p15:clr>
            <a:schemeClr val="accent2"/>
          </p15:clr>
        </p15:guide>
        <p15:guide id="7" orient="horz" pos="4018">
          <p15:clr>
            <a:schemeClr val="accent2"/>
          </p15:clr>
        </p15:guide>
        <p15:guide id="8" orient="horz" pos="3715">
          <p15:clr>
            <a:schemeClr val="accent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parata 01 | Título + Subtítulo 1 5 1">
  <p:cSld name="Separata 01 | Título + Subtítulo 1 5 1">
    <p:bg>
      <p:bgPr>
        <a:solidFill>
          <a:schemeClr val="accent1"/>
        </a:solidFill>
        <a:effectLst/>
      </p:bgPr>
    </p:bg>
    <p:spTree>
      <p:nvGrpSpPr>
        <p:cNvPr id="1" name="Shape 61"/>
        <p:cNvGrpSpPr/>
        <p:nvPr/>
      </p:nvGrpSpPr>
      <p:grpSpPr>
        <a:xfrm>
          <a:off x="0" y="0"/>
          <a:ext cx="0" cy="0"/>
          <a:chOff x="0" y="0"/>
          <a:chExt cx="0" cy="0"/>
        </a:xfrm>
      </p:grpSpPr>
      <p:pic>
        <p:nvPicPr>
          <p:cNvPr id="62" name="Google Shape;62;p34"/>
          <p:cNvPicPr preferRelativeResize="0"/>
          <p:nvPr/>
        </p:nvPicPr>
        <p:blipFill rotWithShape="1">
          <a:blip r:embed="rId2">
            <a:alphaModFix amt="33000"/>
          </a:blip>
          <a:srcRect t="12540" b="12547"/>
          <a:stretch/>
        </p:blipFill>
        <p:spPr>
          <a:xfrm rot="10800000" flipH="1">
            <a:off x="1" y="-1"/>
            <a:ext cx="12191599" cy="6858001"/>
          </a:xfrm>
          <a:prstGeom prst="rect">
            <a:avLst/>
          </a:prstGeom>
          <a:noFill/>
          <a:ln>
            <a:noFill/>
          </a:ln>
        </p:spPr>
      </p:pic>
      <p:sp>
        <p:nvSpPr>
          <p:cNvPr id="63" name="Google Shape;63;p34"/>
          <p:cNvSpPr txBox="1">
            <a:spLocks noGrp="1"/>
          </p:cNvSpPr>
          <p:nvPr>
            <p:ph type="title"/>
          </p:nvPr>
        </p:nvSpPr>
        <p:spPr>
          <a:xfrm>
            <a:off x="897549" y="691536"/>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64" name="Google Shape;64;p34"/>
          <p:cNvSpPr txBox="1">
            <a:spLocks noGrp="1"/>
          </p:cNvSpPr>
          <p:nvPr>
            <p:ph type="subTitle" idx="1"/>
          </p:nvPr>
        </p:nvSpPr>
        <p:spPr>
          <a:xfrm>
            <a:off x="952942" y="2634989"/>
            <a:ext cx="8489194" cy="3385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FFFFFF"/>
              </a:buClr>
              <a:buSzPts val="2200"/>
              <a:buFont typeface="Ubuntu Light"/>
              <a:buNone/>
              <a:defRPr sz="2200" b="0" i="0" u="none" strike="noStrike" cap="none">
                <a:solidFill>
                  <a:srgbClr val="FFFFFF"/>
                </a:solidFill>
                <a:latin typeface="Ubuntu Light"/>
                <a:ea typeface="Ubuntu Light"/>
                <a:cs typeface="Ubuntu Light"/>
                <a:sym typeface="Ubuntu Light"/>
              </a:defRPr>
            </a:lvl1pPr>
            <a:lvl2pPr marR="0" lvl="1"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2"/>
          </p15:clr>
        </p15:guide>
        <p15:guide id="2" pos="605">
          <p15:clr>
            <a:schemeClr val="accent2"/>
          </p15:clr>
        </p15:guide>
        <p15:guide id="3" pos="7379">
          <p15:clr>
            <a:schemeClr val="accent2"/>
          </p15:clr>
        </p15:guide>
        <p15:guide id="4" orient="horz" pos="302">
          <p15:clr>
            <a:schemeClr val="accent2"/>
          </p15:clr>
        </p15:guide>
        <p15:guide id="5" orient="horz" pos="605">
          <p15:clr>
            <a:schemeClr val="accent2"/>
          </p15:clr>
        </p15:guide>
        <p15:guide id="6" pos="7076">
          <p15:clr>
            <a:schemeClr val="accent2"/>
          </p15:clr>
        </p15:guide>
        <p15:guide id="7" orient="horz" pos="4018">
          <p15:clr>
            <a:schemeClr val="accent2"/>
          </p15:clr>
        </p15:guide>
        <p15:guide id="8" orient="horz" pos="3715">
          <p15:clr>
            <a:schemeClr val="accent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parata 01 | Título + Subtítulo 1 3 1">
  <p:cSld name="Separata 01 | Título + Subtítulo 1 3 1">
    <p:bg>
      <p:bgPr>
        <a:solidFill>
          <a:schemeClr val="accent1"/>
        </a:solidFill>
        <a:effectLst/>
      </p:bgPr>
    </p:bg>
    <p:spTree>
      <p:nvGrpSpPr>
        <p:cNvPr id="1" name="Shape 65"/>
        <p:cNvGrpSpPr/>
        <p:nvPr/>
      </p:nvGrpSpPr>
      <p:grpSpPr>
        <a:xfrm>
          <a:off x="0" y="0"/>
          <a:ext cx="0" cy="0"/>
          <a:chOff x="0" y="0"/>
          <a:chExt cx="0" cy="0"/>
        </a:xfrm>
      </p:grpSpPr>
      <p:pic>
        <p:nvPicPr>
          <p:cNvPr id="66" name="Google Shape;66;p35"/>
          <p:cNvPicPr preferRelativeResize="0"/>
          <p:nvPr/>
        </p:nvPicPr>
        <p:blipFill rotWithShape="1">
          <a:blip r:embed="rId2">
            <a:alphaModFix amt="17000"/>
          </a:blip>
          <a:srcRect/>
          <a:stretch/>
        </p:blipFill>
        <p:spPr>
          <a:xfrm rot="5400000">
            <a:off x="8135918" y="1628437"/>
            <a:ext cx="6089301" cy="4384929"/>
          </a:xfrm>
          <a:prstGeom prst="rect">
            <a:avLst/>
          </a:prstGeom>
          <a:noFill/>
          <a:ln>
            <a:noFill/>
          </a:ln>
        </p:spPr>
      </p:pic>
      <p:pic>
        <p:nvPicPr>
          <p:cNvPr id="67" name="Google Shape;67;p35"/>
          <p:cNvPicPr preferRelativeResize="0"/>
          <p:nvPr/>
        </p:nvPicPr>
        <p:blipFill rotWithShape="1">
          <a:blip r:embed="rId3">
            <a:alphaModFix/>
          </a:blip>
          <a:srcRect/>
          <a:stretch/>
        </p:blipFill>
        <p:spPr>
          <a:xfrm>
            <a:off x="959975" y="960000"/>
            <a:ext cx="539631" cy="667428"/>
          </a:xfrm>
          <a:prstGeom prst="rect">
            <a:avLst/>
          </a:prstGeom>
          <a:noFill/>
          <a:ln>
            <a:noFill/>
          </a:ln>
        </p:spPr>
      </p:pic>
      <p:sp>
        <p:nvSpPr>
          <p:cNvPr id="68" name="Google Shape;68;p35"/>
          <p:cNvSpPr txBox="1">
            <a:spLocks noGrp="1"/>
          </p:cNvSpPr>
          <p:nvPr>
            <p:ph type="title"/>
          </p:nvPr>
        </p:nvSpPr>
        <p:spPr>
          <a:xfrm>
            <a:off x="9752830" y="960000"/>
            <a:ext cx="1478807" cy="1164600"/>
          </a:xfrm>
          <a:prstGeom prst="rect">
            <a:avLst/>
          </a:prstGeom>
          <a:noFill/>
          <a:ln>
            <a:noFill/>
          </a:ln>
        </p:spPr>
        <p:txBody>
          <a:bodyPr spcFirstLastPara="1" wrap="square" lIns="0" tIns="0" rIns="0" bIns="0" anchor="t" anchorCtr="0">
            <a:normAutofit/>
          </a:bodyPr>
          <a:lstStyle>
            <a:lvl1pPr marR="0" lvl="0" algn="r"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69" name="Google Shape;69;p35"/>
          <p:cNvSpPr/>
          <p:nvPr/>
        </p:nvSpPr>
        <p:spPr>
          <a:xfrm>
            <a:off x="-950926" y="2008425"/>
            <a:ext cx="3947486" cy="4088100"/>
          </a:xfrm>
          <a:prstGeom prst="ellipse">
            <a:avLst/>
          </a:prstGeom>
          <a:solidFill>
            <a:schemeClr val="accent2"/>
          </a:solidFill>
          <a:ln w="9525" cap="flat" cmpd="sng">
            <a:solidFill>
              <a:schemeClr val="dk2"/>
            </a:solidFill>
            <a:prstDash val="solid"/>
            <a:round/>
            <a:headEnd type="none" w="sm" len="sm"/>
            <a:tailEnd type="none" w="sm" len="sm"/>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35"/>
          <p:cNvSpPr txBox="1">
            <a:spLocks noGrp="1"/>
          </p:cNvSpPr>
          <p:nvPr>
            <p:ph type="title" idx="2"/>
          </p:nvPr>
        </p:nvSpPr>
        <p:spPr>
          <a:xfrm>
            <a:off x="897558" y="2008425"/>
            <a:ext cx="7868575"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2"/>
          </p15:clr>
        </p15:guide>
        <p15:guide id="2" pos="605">
          <p15:clr>
            <a:schemeClr val="accent2"/>
          </p15:clr>
        </p15:guide>
        <p15:guide id="3" pos="7379">
          <p15:clr>
            <a:schemeClr val="accent2"/>
          </p15:clr>
        </p15:guide>
        <p15:guide id="4" orient="horz" pos="302">
          <p15:clr>
            <a:schemeClr val="accent2"/>
          </p15:clr>
        </p15:guide>
        <p15:guide id="5" orient="horz" pos="605">
          <p15:clr>
            <a:schemeClr val="accent2"/>
          </p15:clr>
        </p15:guide>
        <p15:guide id="6" pos="7076">
          <p15:clr>
            <a:schemeClr val="accent2"/>
          </p15:clr>
        </p15:guide>
        <p15:guide id="7" orient="horz" pos="4018">
          <p15:clr>
            <a:schemeClr val="accent2"/>
          </p15:clr>
        </p15:guide>
        <p15:guide id="8" orient="horz" pos="3715">
          <p15:clr>
            <a:schemeClr val="accent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parata 01 | Título + Subtítulo 1 2">
  <p:cSld name="Separata 01 | Título + Subtítulo 1 2">
    <p:bg>
      <p:bgPr>
        <a:solidFill>
          <a:srgbClr val="FFFFFF"/>
        </a:solidFill>
        <a:effectLst/>
      </p:bgPr>
    </p:bg>
    <p:spTree>
      <p:nvGrpSpPr>
        <p:cNvPr id="1" name="Shape 71"/>
        <p:cNvGrpSpPr/>
        <p:nvPr/>
      </p:nvGrpSpPr>
      <p:grpSpPr>
        <a:xfrm>
          <a:off x="0" y="0"/>
          <a:ext cx="0" cy="0"/>
          <a:chOff x="0" y="0"/>
          <a:chExt cx="0" cy="0"/>
        </a:xfrm>
      </p:grpSpPr>
      <p:sp>
        <p:nvSpPr>
          <p:cNvPr id="72" name="Google Shape;72;p36"/>
          <p:cNvSpPr/>
          <p:nvPr/>
        </p:nvSpPr>
        <p:spPr>
          <a:xfrm>
            <a:off x="7050632" y="-1209750"/>
            <a:ext cx="9276292" cy="9277500"/>
          </a:xfrm>
          <a:prstGeom prst="ellipse">
            <a:avLst/>
          </a:prstGeom>
          <a:solidFill>
            <a:schemeClr val="accent2"/>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36"/>
          <p:cNvSpPr txBox="1">
            <a:spLocks noGrp="1"/>
          </p:cNvSpPr>
          <p:nvPr>
            <p:ph type="title"/>
          </p:nvPr>
        </p:nvSpPr>
        <p:spPr>
          <a:xfrm>
            <a:off x="892784" y="3028503"/>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accent1"/>
              </a:buClr>
              <a:buSzPts val="6500"/>
              <a:buFont typeface="Ubuntu"/>
              <a:buNone/>
              <a:defRPr sz="6499" b="1"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74" name="Google Shape;74;p36"/>
          <p:cNvSpPr txBox="1">
            <a:spLocks noGrp="1"/>
          </p:cNvSpPr>
          <p:nvPr>
            <p:ph type="subTitle" idx="1"/>
          </p:nvPr>
        </p:nvSpPr>
        <p:spPr>
          <a:xfrm>
            <a:off x="940403" y="4500723"/>
            <a:ext cx="4457119" cy="43088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2pPr>
            <a:lvl3pPr marR="0" lvl="2"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3pPr>
            <a:lvl4pPr marR="0" lvl="3"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4pPr>
            <a:lvl5pPr marR="0" lvl="4"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5pPr>
            <a:lvl6pPr marR="0" lvl="5"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6pPr>
            <a:lvl7pPr marR="0" lvl="6"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7pPr>
            <a:lvl8pPr marR="0" lvl="7"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8pPr>
            <a:lvl9pPr marR="0" lvl="8"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9pPr>
          </a:lstStyle>
          <a:p>
            <a:endParaRPr/>
          </a:p>
        </p:txBody>
      </p:sp>
      <p:cxnSp>
        <p:nvCxnSpPr>
          <p:cNvPr id="75" name="Google Shape;75;p36"/>
          <p:cNvCxnSpPr/>
          <p:nvPr/>
        </p:nvCxnSpPr>
        <p:spPr>
          <a:xfrm>
            <a:off x="957150" y="4184544"/>
            <a:ext cx="4397727" cy="0"/>
          </a:xfrm>
          <a:prstGeom prst="straightConnector1">
            <a:avLst/>
          </a:prstGeom>
          <a:noFill/>
          <a:ln w="19050" cap="flat" cmpd="sng">
            <a:solidFill>
              <a:schemeClr val="accent1"/>
            </a:solidFill>
            <a:prstDash val="solid"/>
            <a:round/>
            <a:headEnd type="none" w="sm" len="sm"/>
            <a:tailEnd type="none" w="sm" len="sm"/>
          </a:ln>
        </p:spPr>
      </p:cxnSp>
      <p:sp>
        <p:nvSpPr>
          <p:cNvPr id="76" name="Google Shape;76;p36"/>
          <p:cNvSpPr txBox="1">
            <a:spLocks noGrp="1"/>
          </p:cNvSpPr>
          <p:nvPr>
            <p:ph type="title" idx="2"/>
          </p:nvPr>
        </p:nvSpPr>
        <p:spPr>
          <a:xfrm>
            <a:off x="930892" y="2024844"/>
            <a:ext cx="4169157" cy="116339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accent1"/>
              </a:buClr>
              <a:buSzPts val="2800"/>
              <a:buFont typeface="Ubuntu"/>
              <a:buNone/>
              <a:defRPr sz="2800" b="1"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77" name="Google Shape;77;p36"/>
          <p:cNvSpPr txBox="1">
            <a:spLocks noGrp="1"/>
          </p:cNvSpPr>
          <p:nvPr>
            <p:ph type="title" idx="3"/>
          </p:nvPr>
        </p:nvSpPr>
        <p:spPr>
          <a:xfrm>
            <a:off x="945177" y="1670569"/>
            <a:ext cx="4169157" cy="387798"/>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accent1"/>
              </a:buClr>
              <a:buSzPts val="1400"/>
              <a:buFont typeface="Ubuntu"/>
              <a:buNone/>
              <a:defRPr sz="1400" b="1"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1"/>
          </p15:clr>
        </p15:guide>
        <p15:guide id="2" pos="605">
          <p15:clr>
            <a:schemeClr val="accent1"/>
          </p15:clr>
        </p15:guide>
        <p15:guide id="3" pos="7379">
          <p15:clr>
            <a:schemeClr val="accent1"/>
          </p15:clr>
        </p15:guide>
        <p15:guide id="4" orient="horz" pos="302">
          <p15:clr>
            <a:schemeClr val="accent1"/>
          </p15:clr>
        </p15:guide>
        <p15:guide id="5" orient="horz" pos="605">
          <p15:clr>
            <a:schemeClr val="accent1"/>
          </p15:clr>
        </p15:guide>
        <p15:guide id="6" pos="7076">
          <p15:clr>
            <a:schemeClr val="accent1"/>
          </p15:clr>
        </p15:guide>
        <p15:guide id="7" orient="horz" pos="4018">
          <p15:clr>
            <a:schemeClr val="accent1"/>
          </p15:clr>
        </p15:guide>
        <p15:guide id="8" orient="horz" pos="3715">
          <p15:clr>
            <a:schemeClr val="accent1"/>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parata 01 | Título + Subtítulo 1 2 2 1">
  <p:cSld name="Separata 01 | Título + Subtítulo 1 2 2 1">
    <p:bg>
      <p:bgPr>
        <a:solidFill>
          <a:srgbClr val="FFFFFF"/>
        </a:solidFill>
        <a:effectLst/>
      </p:bgPr>
    </p:bg>
    <p:spTree>
      <p:nvGrpSpPr>
        <p:cNvPr id="1" name="Shape 78"/>
        <p:cNvGrpSpPr/>
        <p:nvPr/>
      </p:nvGrpSpPr>
      <p:grpSpPr>
        <a:xfrm>
          <a:off x="0" y="0"/>
          <a:ext cx="0" cy="0"/>
          <a:chOff x="0" y="0"/>
          <a:chExt cx="0" cy="0"/>
        </a:xfrm>
      </p:grpSpPr>
      <p:sp>
        <p:nvSpPr>
          <p:cNvPr id="79" name="Google Shape;79;p37"/>
          <p:cNvSpPr/>
          <p:nvPr/>
        </p:nvSpPr>
        <p:spPr>
          <a:xfrm>
            <a:off x="7050632" y="-1209750"/>
            <a:ext cx="9276292" cy="9277500"/>
          </a:xfrm>
          <a:prstGeom prst="ellipse">
            <a:avLst/>
          </a:prstGeom>
          <a:solidFill>
            <a:schemeClr val="accent4"/>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37"/>
          <p:cNvSpPr txBox="1">
            <a:spLocks noGrp="1"/>
          </p:cNvSpPr>
          <p:nvPr>
            <p:ph type="title"/>
          </p:nvPr>
        </p:nvSpPr>
        <p:spPr>
          <a:xfrm>
            <a:off x="892784" y="3028503"/>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accent1"/>
              </a:buClr>
              <a:buSzPts val="6500"/>
              <a:buFont typeface="Ubuntu"/>
              <a:buNone/>
              <a:defRPr sz="6499" b="1"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81" name="Google Shape;81;p37"/>
          <p:cNvSpPr txBox="1">
            <a:spLocks noGrp="1"/>
          </p:cNvSpPr>
          <p:nvPr>
            <p:ph type="subTitle" idx="1"/>
          </p:nvPr>
        </p:nvSpPr>
        <p:spPr>
          <a:xfrm>
            <a:off x="940403" y="4500723"/>
            <a:ext cx="4457119" cy="43088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2pPr>
            <a:lvl3pPr marR="0" lvl="2"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3pPr>
            <a:lvl4pPr marR="0" lvl="3"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4pPr>
            <a:lvl5pPr marR="0" lvl="4"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5pPr>
            <a:lvl6pPr marR="0" lvl="5"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6pPr>
            <a:lvl7pPr marR="0" lvl="6"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7pPr>
            <a:lvl8pPr marR="0" lvl="7"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8pPr>
            <a:lvl9pPr marR="0" lvl="8"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9pPr>
          </a:lstStyle>
          <a:p>
            <a:endParaRPr/>
          </a:p>
        </p:txBody>
      </p:sp>
      <p:cxnSp>
        <p:nvCxnSpPr>
          <p:cNvPr id="82" name="Google Shape;82;p37"/>
          <p:cNvCxnSpPr/>
          <p:nvPr/>
        </p:nvCxnSpPr>
        <p:spPr>
          <a:xfrm>
            <a:off x="957150" y="4184544"/>
            <a:ext cx="4397727" cy="0"/>
          </a:xfrm>
          <a:prstGeom prst="straightConnector1">
            <a:avLst/>
          </a:prstGeom>
          <a:noFill/>
          <a:ln w="19050" cap="flat" cmpd="sng">
            <a:solidFill>
              <a:schemeClr val="accent1"/>
            </a:solidFill>
            <a:prstDash val="solid"/>
            <a:round/>
            <a:headEnd type="none" w="sm" len="sm"/>
            <a:tailEnd type="none" w="sm" len="sm"/>
          </a:ln>
        </p:spPr>
      </p:cxnSp>
      <p:sp>
        <p:nvSpPr>
          <p:cNvPr id="83" name="Google Shape;83;p37"/>
          <p:cNvSpPr txBox="1">
            <a:spLocks noGrp="1"/>
          </p:cNvSpPr>
          <p:nvPr>
            <p:ph type="title" idx="2"/>
          </p:nvPr>
        </p:nvSpPr>
        <p:spPr>
          <a:xfrm>
            <a:off x="930892" y="2024844"/>
            <a:ext cx="4169157" cy="116339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accent1"/>
              </a:buClr>
              <a:buSzPts val="2800"/>
              <a:buFont typeface="Ubuntu"/>
              <a:buNone/>
              <a:defRPr sz="2800" b="1"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84" name="Google Shape;84;p37"/>
          <p:cNvSpPr txBox="1">
            <a:spLocks noGrp="1"/>
          </p:cNvSpPr>
          <p:nvPr>
            <p:ph type="title" idx="3"/>
          </p:nvPr>
        </p:nvSpPr>
        <p:spPr>
          <a:xfrm>
            <a:off x="945177" y="1670569"/>
            <a:ext cx="4169157" cy="387798"/>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accent1"/>
              </a:buClr>
              <a:buSzPts val="1400"/>
              <a:buFont typeface="Ubuntu"/>
              <a:buNone/>
              <a:defRPr sz="1400" b="1"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1"/>
          </p15:clr>
        </p15:guide>
        <p15:guide id="2" pos="605">
          <p15:clr>
            <a:schemeClr val="accent1"/>
          </p15:clr>
        </p15:guide>
        <p15:guide id="3" pos="7379">
          <p15:clr>
            <a:schemeClr val="accent1"/>
          </p15:clr>
        </p15:guide>
        <p15:guide id="4" orient="horz" pos="302">
          <p15:clr>
            <a:schemeClr val="accent1"/>
          </p15:clr>
        </p15:guide>
        <p15:guide id="5" orient="horz" pos="605">
          <p15:clr>
            <a:schemeClr val="accent1"/>
          </p15:clr>
        </p15:guide>
        <p15:guide id="6" pos="7076">
          <p15:clr>
            <a:schemeClr val="accent1"/>
          </p15:clr>
        </p15:guide>
        <p15:guide id="7" orient="horz" pos="4018">
          <p15:clr>
            <a:schemeClr val="accent1"/>
          </p15:clr>
        </p15:guide>
        <p15:guide id="8" orient="horz" pos="3715">
          <p15:clr>
            <a:schemeClr val="accent1"/>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parata 01 | Título + Subtítulo 1 2 1">
  <p:cSld name="Separata 01 | Título + Subtítulo 1 2 1">
    <p:bg>
      <p:bgPr>
        <a:solidFill>
          <a:schemeClr val="accent2"/>
        </a:solidFill>
        <a:effectLst/>
      </p:bgPr>
    </p:bg>
    <p:spTree>
      <p:nvGrpSpPr>
        <p:cNvPr id="1" name="Shape 85"/>
        <p:cNvGrpSpPr/>
        <p:nvPr/>
      </p:nvGrpSpPr>
      <p:grpSpPr>
        <a:xfrm>
          <a:off x="0" y="0"/>
          <a:ext cx="0" cy="0"/>
          <a:chOff x="0" y="0"/>
          <a:chExt cx="0" cy="0"/>
        </a:xfrm>
      </p:grpSpPr>
      <p:sp>
        <p:nvSpPr>
          <p:cNvPr id="86" name="Google Shape;86;p38"/>
          <p:cNvSpPr txBox="1">
            <a:spLocks noGrp="1"/>
          </p:cNvSpPr>
          <p:nvPr>
            <p:ph type="title"/>
          </p:nvPr>
        </p:nvSpPr>
        <p:spPr>
          <a:xfrm>
            <a:off x="897549" y="691536"/>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87" name="Google Shape;87;p38"/>
          <p:cNvSpPr txBox="1">
            <a:spLocks noGrp="1"/>
          </p:cNvSpPr>
          <p:nvPr>
            <p:ph type="subTitle" idx="1"/>
          </p:nvPr>
        </p:nvSpPr>
        <p:spPr>
          <a:xfrm>
            <a:off x="952942" y="2634989"/>
            <a:ext cx="8489194" cy="3385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FFFFFF"/>
              </a:buClr>
              <a:buSzPts val="2200"/>
              <a:buFont typeface="Ubuntu Light"/>
              <a:buNone/>
              <a:defRPr sz="2200" b="0" i="0" u="none" strike="noStrike" cap="none">
                <a:solidFill>
                  <a:srgbClr val="FFFFFF"/>
                </a:solidFill>
                <a:latin typeface="Ubuntu Light"/>
                <a:ea typeface="Ubuntu Light"/>
                <a:cs typeface="Ubuntu Light"/>
                <a:sym typeface="Ubuntu Light"/>
              </a:defRPr>
            </a:lvl1pPr>
            <a:lvl2pPr marR="0" lvl="1"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1"/>
          </p15:clr>
        </p15:guide>
        <p15:guide id="2" pos="605">
          <p15:clr>
            <a:schemeClr val="accent1"/>
          </p15:clr>
        </p15:guide>
        <p15:guide id="3" pos="7379">
          <p15:clr>
            <a:schemeClr val="accent1"/>
          </p15:clr>
        </p15:guide>
        <p15:guide id="4" orient="horz" pos="302">
          <p15:clr>
            <a:schemeClr val="accent1"/>
          </p15:clr>
        </p15:guide>
        <p15:guide id="5" orient="horz" pos="605">
          <p15:clr>
            <a:schemeClr val="accent1"/>
          </p15:clr>
        </p15:guide>
        <p15:guide id="6" pos="7076">
          <p15:clr>
            <a:schemeClr val="accent1"/>
          </p15:clr>
        </p15:guide>
        <p15:guide id="7" orient="horz" pos="4018">
          <p15:clr>
            <a:schemeClr val="accent1"/>
          </p15:clr>
        </p15:guide>
        <p15:guide id="8" orient="horz" pos="3715">
          <p15:clr>
            <a:schemeClr val="accent1"/>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parata 01 | Título + Subtítulo 1 1">
  <p:cSld name="Separata 01 | Título + Subtítulo 1 1">
    <p:bg>
      <p:bgPr>
        <a:solidFill>
          <a:schemeClr val="accent3"/>
        </a:solidFill>
        <a:effectLst/>
      </p:bgPr>
    </p:bg>
    <p:spTree>
      <p:nvGrpSpPr>
        <p:cNvPr id="1" name="Shape 88"/>
        <p:cNvGrpSpPr/>
        <p:nvPr/>
      </p:nvGrpSpPr>
      <p:grpSpPr>
        <a:xfrm>
          <a:off x="0" y="0"/>
          <a:ext cx="0" cy="0"/>
          <a:chOff x="0" y="0"/>
          <a:chExt cx="0" cy="0"/>
        </a:xfrm>
      </p:grpSpPr>
      <p:sp>
        <p:nvSpPr>
          <p:cNvPr id="89" name="Google Shape;89;p39"/>
          <p:cNvSpPr txBox="1">
            <a:spLocks noGrp="1"/>
          </p:cNvSpPr>
          <p:nvPr>
            <p:ph type="title"/>
          </p:nvPr>
        </p:nvSpPr>
        <p:spPr>
          <a:xfrm>
            <a:off x="897549" y="691536"/>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90" name="Google Shape;90;p39"/>
          <p:cNvSpPr txBox="1">
            <a:spLocks noGrp="1"/>
          </p:cNvSpPr>
          <p:nvPr>
            <p:ph type="subTitle" idx="1"/>
          </p:nvPr>
        </p:nvSpPr>
        <p:spPr>
          <a:xfrm>
            <a:off x="952942" y="2634989"/>
            <a:ext cx="8489194" cy="3385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FFFFFF"/>
              </a:buClr>
              <a:buSzPts val="2200"/>
              <a:buFont typeface="Ubuntu Light"/>
              <a:buNone/>
              <a:defRPr sz="2200" b="0" i="0" u="none" strike="noStrike" cap="none">
                <a:solidFill>
                  <a:srgbClr val="FFFFFF"/>
                </a:solidFill>
                <a:latin typeface="Ubuntu Light"/>
                <a:ea typeface="Ubuntu Light"/>
                <a:cs typeface="Ubuntu Light"/>
                <a:sym typeface="Ubuntu Light"/>
              </a:defRPr>
            </a:lvl1pPr>
            <a:lvl2pPr marR="0" lvl="1"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1"/>
          </p15:clr>
        </p15:guide>
        <p15:guide id="2" pos="605">
          <p15:clr>
            <a:schemeClr val="accent1"/>
          </p15:clr>
        </p15:guide>
        <p15:guide id="3" pos="7379">
          <p15:clr>
            <a:schemeClr val="accent1"/>
          </p15:clr>
        </p15:guide>
        <p15:guide id="4" orient="horz" pos="302">
          <p15:clr>
            <a:schemeClr val="accent1"/>
          </p15:clr>
        </p15:guide>
        <p15:guide id="5" orient="horz" pos="605">
          <p15:clr>
            <a:schemeClr val="accent1"/>
          </p15:clr>
        </p15:guide>
        <p15:guide id="6" pos="7076">
          <p15:clr>
            <a:schemeClr val="accent1"/>
          </p15:clr>
        </p15:guide>
        <p15:guide id="7" orient="horz" pos="4018">
          <p15:clr>
            <a:schemeClr val="accent1"/>
          </p15:clr>
        </p15:guide>
        <p15:guide id="8" orient="horz" pos="3715">
          <p15:clr>
            <a:schemeClr val="accent1"/>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parata 01 | Título + Subtítulo 1 1 1">
  <p:cSld name="Separata 01 | Título + Subtítulo 1 1 1">
    <p:bg>
      <p:bgPr>
        <a:solidFill>
          <a:schemeClr val="accent4"/>
        </a:solidFill>
        <a:effectLst/>
      </p:bgPr>
    </p:bg>
    <p:spTree>
      <p:nvGrpSpPr>
        <p:cNvPr id="1" name="Shape 91"/>
        <p:cNvGrpSpPr/>
        <p:nvPr/>
      </p:nvGrpSpPr>
      <p:grpSpPr>
        <a:xfrm>
          <a:off x="0" y="0"/>
          <a:ext cx="0" cy="0"/>
          <a:chOff x="0" y="0"/>
          <a:chExt cx="0" cy="0"/>
        </a:xfrm>
      </p:grpSpPr>
      <p:sp>
        <p:nvSpPr>
          <p:cNvPr id="92" name="Google Shape;92;p40"/>
          <p:cNvSpPr txBox="1">
            <a:spLocks noGrp="1"/>
          </p:cNvSpPr>
          <p:nvPr>
            <p:ph type="title"/>
          </p:nvPr>
        </p:nvSpPr>
        <p:spPr>
          <a:xfrm>
            <a:off x="897549" y="691536"/>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93" name="Google Shape;93;p40"/>
          <p:cNvSpPr txBox="1">
            <a:spLocks noGrp="1"/>
          </p:cNvSpPr>
          <p:nvPr>
            <p:ph type="subTitle" idx="1"/>
          </p:nvPr>
        </p:nvSpPr>
        <p:spPr>
          <a:xfrm>
            <a:off x="952942" y="2634989"/>
            <a:ext cx="8489194" cy="3385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FFFFFF"/>
              </a:buClr>
              <a:buSzPts val="2200"/>
              <a:buFont typeface="Ubuntu Light"/>
              <a:buNone/>
              <a:defRPr sz="2200" b="0" i="0" u="none" strike="noStrike" cap="none">
                <a:solidFill>
                  <a:srgbClr val="FFFFFF"/>
                </a:solidFill>
                <a:latin typeface="Ubuntu Light"/>
                <a:ea typeface="Ubuntu Light"/>
                <a:cs typeface="Ubuntu Light"/>
                <a:sym typeface="Ubuntu Light"/>
              </a:defRPr>
            </a:lvl1pPr>
            <a:lvl2pPr marR="0" lvl="1"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1"/>
          </p15:clr>
        </p15:guide>
        <p15:guide id="2" pos="605">
          <p15:clr>
            <a:schemeClr val="accent1"/>
          </p15:clr>
        </p15:guide>
        <p15:guide id="3" pos="7379">
          <p15:clr>
            <a:schemeClr val="accent1"/>
          </p15:clr>
        </p15:guide>
        <p15:guide id="4" orient="horz" pos="302">
          <p15:clr>
            <a:schemeClr val="accent1"/>
          </p15:clr>
        </p15:guide>
        <p15:guide id="5" orient="horz" pos="605">
          <p15:clr>
            <a:schemeClr val="accent1"/>
          </p15:clr>
        </p15:guide>
        <p15:guide id="6" pos="7076">
          <p15:clr>
            <a:schemeClr val="accent1"/>
          </p15:clr>
        </p15:guide>
        <p15:guide id="7" orient="horz" pos="4018">
          <p15:clr>
            <a:schemeClr val="accent1"/>
          </p15:clr>
        </p15:guide>
        <p15:guide id="8" orient="horz" pos="3715">
          <p15:clr>
            <a:schemeClr val="accent1"/>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parata 01 | Título + Subtítulo 2 2 2 1 1 1">
  <p:cSld name="Separata 01 | Título + Subtítulo 2 2 2 1 1 1">
    <p:bg>
      <p:bgPr>
        <a:solidFill>
          <a:srgbClr val="FFFFFF"/>
        </a:solidFill>
        <a:effectLst/>
      </p:bgPr>
    </p:bg>
    <p:spTree>
      <p:nvGrpSpPr>
        <p:cNvPr id="1" name="Shape 94"/>
        <p:cNvGrpSpPr/>
        <p:nvPr/>
      </p:nvGrpSpPr>
      <p:grpSpPr>
        <a:xfrm>
          <a:off x="0" y="0"/>
          <a:ext cx="0" cy="0"/>
          <a:chOff x="0" y="0"/>
          <a:chExt cx="0" cy="0"/>
        </a:xfrm>
      </p:grpSpPr>
      <p:pic>
        <p:nvPicPr>
          <p:cNvPr id="95" name="Google Shape;95;p41"/>
          <p:cNvPicPr preferRelativeResize="0"/>
          <p:nvPr/>
        </p:nvPicPr>
        <p:blipFill rotWithShape="1">
          <a:blip r:embed="rId2">
            <a:alphaModFix/>
          </a:blip>
          <a:srcRect/>
          <a:stretch/>
        </p:blipFill>
        <p:spPr>
          <a:xfrm>
            <a:off x="-46944" y="5503950"/>
            <a:ext cx="12435608" cy="1773300"/>
          </a:xfrm>
          <a:prstGeom prst="rect">
            <a:avLst/>
          </a:prstGeom>
          <a:noFill/>
          <a:ln>
            <a:noFill/>
          </a:ln>
        </p:spPr>
      </p:pic>
      <p:sp>
        <p:nvSpPr>
          <p:cNvPr id="96" name="Google Shape;96;p41"/>
          <p:cNvSpPr txBox="1">
            <a:spLocks noGrp="1"/>
          </p:cNvSpPr>
          <p:nvPr>
            <p:ph type="sldNum" idx="12"/>
          </p:nvPr>
        </p:nvSpPr>
        <p:spPr>
          <a:xfrm>
            <a:off x="11296251" y="6217622"/>
            <a:ext cx="731605"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
        <p:nvSpPr>
          <p:cNvPr id="97" name="Google Shape;97;p41"/>
          <p:cNvSpPr txBox="1">
            <a:spLocks noGrp="1"/>
          </p:cNvSpPr>
          <p:nvPr>
            <p:ph type="sldNum" idx="2"/>
          </p:nvPr>
        </p:nvSpPr>
        <p:spPr>
          <a:xfrm>
            <a:off x="11296253" y="6215075"/>
            <a:ext cx="455941" cy="192900"/>
          </a:xfrm>
          <a:prstGeom prst="rect">
            <a:avLst/>
          </a:prstGeom>
          <a:noFill/>
          <a:ln>
            <a:noFill/>
          </a:ln>
        </p:spPr>
        <p:txBody>
          <a:bodyPr spcFirstLastPara="1" wrap="square" lIns="121900" tIns="121900" rIns="121900" bIns="1219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1pPr>
            <a:lvl2pPr marL="0" marR="0" lvl="1"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2pPr>
            <a:lvl3pPr marL="0" marR="0" lvl="2"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3pPr>
            <a:lvl4pPr marL="0" marR="0" lvl="3"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4pPr>
            <a:lvl5pPr marL="0" marR="0" lvl="4"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5pPr>
            <a:lvl6pPr marL="0" marR="0" lvl="5"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6pPr>
            <a:lvl7pPr marL="0" marR="0" lvl="6"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7pPr>
            <a:lvl8pPr marL="0" marR="0" lvl="7"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8pPr>
            <a:lvl9pPr marL="0" marR="0" lvl="8"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9pPr>
          </a:lstStyle>
          <a:p>
            <a:pPr marL="0" lvl="0" indent="0" algn="ctr" rtl="0">
              <a:spcBef>
                <a:spcPts val="0"/>
              </a:spcBef>
              <a:spcAft>
                <a:spcPts val="0"/>
              </a:spcAft>
              <a:buNone/>
            </a:pPr>
            <a:fld id="{00000000-1234-1234-1234-123412341234}" type="slidenum">
              <a:rPr lang="es-ES"/>
              <a:t>‹Nº›</a:t>
            </a:fld>
            <a:endParaRPr/>
          </a:p>
        </p:txBody>
      </p:sp>
      <p:pic>
        <p:nvPicPr>
          <p:cNvPr id="98" name="Google Shape;98;p41"/>
          <p:cNvPicPr preferRelativeResize="0"/>
          <p:nvPr/>
        </p:nvPicPr>
        <p:blipFill rotWithShape="1">
          <a:blip r:embed="rId3">
            <a:alphaModFix/>
          </a:blip>
          <a:srcRect/>
          <a:stretch/>
        </p:blipFill>
        <p:spPr>
          <a:xfrm>
            <a:off x="449942" y="5926943"/>
            <a:ext cx="449942" cy="557259"/>
          </a:xfrm>
          <a:prstGeom prst="rect">
            <a:avLst/>
          </a:prstGeom>
          <a:noFill/>
          <a:ln>
            <a:noFill/>
          </a:ln>
        </p:spPr>
      </p:pic>
    </p:spTree>
  </p:cSld>
  <p:clrMapOvr>
    <a:masterClrMapping/>
  </p:clrMapOvr>
  <p:extLst>
    <p:ext uri="{DCECCB84-F9BA-43D5-87BE-67443E8EF086}">
      <p15:sldGuideLst xmlns:p15="http://schemas.microsoft.com/office/powerpoint/2012/main">
        <p15:guide id="1" pos="283">
          <p15:clr>
            <a:schemeClr val="accent2"/>
          </p15:clr>
        </p15:guide>
        <p15:guide id="2" pos="567">
          <p15:clr>
            <a:schemeClr val="accent2"/>
          </p15:clr>
        </p15:guide>
        <p15:guide id="3" pos="7404">
          <p15:clr>
            <a:schemeClr val="accent2"/>
          </p15:clr>
        </p15:guide>
        <p15:guide id="4" orient="horz" pos="280">
          <p15:clr>
            <a:schemeClr val="accent2"/>
          </p15:clr>
        </p15:guide>
        <p15:guide id="5" orient="horz" pos="564">
          <p15:clr>
            <a:schemeClr val="accent2"/>
          </p15:clr>
        </p15:guide>
        <p15:guide id="6" pos="7117">
          <p15:clr>
            <a:schemeClr val="accent2"/>
          </p15:clr>
        </p15:guide>
        <p15:guide id="7" orient="horz" pos="4037">
          <p15:clr>
            <a:schemeClr val="accent2"/>
          </p15:clr>
        </p15:guide>
        <p15:guide id="8" orient="horz" pos="3753">
          <p15:clr>
            <a:schemeClr val="accent2"/>
          </p15:clr>
        </p15:guide>
        <p15:guide id="9">
          <p15:clr>
            <a:srgbClr val="FA7B17"/>
          </p15:clr>
        </p15:guide>
        <p15:guide id="10" orient="horz">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49_Custom Layout">
  <p:cSld name="49_Custom Layout">
    <p:spTree>
      <p:nvGrpSpPr>
        <p:cNvPr id="1" name="Shape 99"/>
        <p:cNvGrpSpPr/>
        <p:nvPr/>
      </p:nvGrpSpPr>
      <p:grpSpPr>
        <a:xfrm>
          <a:off x="0" y="0"/>
          <a:ext cx="0" cy="0"/>
          <a:chOff x="0" y="0"/>
          <a:chExt cx="0" cy="0"/>
        </a:xfrm>
      </p:grpSpPr>
      <p:sp>
        <p:nvSpPr>
          <p:cNvPr id="100" name="Google Shape;100;p42"/>
          <p:cNvSpPr>
            <a:spLocks noGrp="1"/>
          </p:cNvSpPr>
          <p:nvPr>
            <p:ph type="pic" idx="2"/>
          </p:nvPr>
        </p:nvSpPr>
        <p:spPr>
          <a:xfrm>
            <a:off x="3062833" y="0"/>
            <a:ext cx="3003209" cy="3399000"/>
          </a:xfrm>
          <a:prstGeom prst="rect">
            <a:avLst/>
          </a:prstGeom>
          <a:solidFill>
            <a:srgbClr val="E6E9EE"/>
          </a:solidFill>
          <a:ln>
            <a:noFill/>
          </a:ln>
        </p:spPr>
      </p:sp>
      <p:sp>
        <p:nvSpPr>
          <p:cNvPr id="101" name="Google Shape;101;p42"/>
          <p:cNvSpPr>
            <a:spLocks noGrp="1"/>
          </p:cNvSpPr>
          <p:nvPr>
            <p:ph type="pic" idx="3"/>
          </p:nvPr>
        </p:nvSpPr>
        <p:spPr>
          <a:xfrm>
            <a:off x="6125666" y="0"/>
            <a:ext cx="3003209" cy="3399000"/>
          </a:xfrm>
          <a:prstGeom prst="rect">
            <a:avLst/>
          </a:prstGeom>
          <a:solidFill>
            <a:srgbClr val="E6E9EE"/>
          </a:solidFill>
          <a:ln>
            <a:noFill/>
          </a:ln>
        </p:spPr>
      </p:sp>
      <p:sp>
        <p:nvSpPr>
          <p:cNvPr id="102" name="Google Shape;102;p42"/>
          <p:cNvSpPr>
            <a:spLocks noGrp="1"/>
          </p:cNvSpPr>
          <p:nvPr>
            <p:ph type="pic" idx="4"/>
          </p:nvPr>
        </p:nvSpPr>
        <p:spPr>
          <a:xfrm>
            <a:off x="0" y="3458865"/>
            <a:ext cx="3003209" cy="3399000"/>
          </a:xfrm>
          <a:prstGeom prst="rect">
            <a:avLst/>
          </a:prstGeom>
          <a:solidFill>
            <a:srgbClr val="E6E9EE"/>
          </a:solidFill>
          <a:ln>
            <a:noFill/>
          </a:ln>
        </p:spPr>
      </p:sp>
      <p:sp>
        <p:nvSpPr>
          <p:cNvPr id="103" name="Google Shape;103;p42"/>
          <p:cNvSpPr>
            <a:spLocks noGrp="1"/>
          </p:cNvSpPr>
          <p:nvPr>
            <p:ph type="pic" idx="5"/>
          </p:nvPr>
        </p:nvSpPr>
        <p:spPr>
          <a:xfrm>
            <a:off x="3062834" y="3458865"/>
            <a:ext cx="3003209" cy="3399000"/>
          </a:xfrm>
          <a:prstGeom prst="rect">
            <a:avLst/>
          </a:prstGeom>
          <a:solidFill>
            <a:srgbClr val="E6E9EE"/>
          </a:solidFill>
          <a:ln>
            <a:noFill/>
          </a:ln>
        </p:spPr>
      </p:sp>
      <p:sp>
        <p:nvSpPr>
          <p:cNvPr id="104" name="Google Shape;104;p42"/>
          <p:cNvSpPr>
            <a:spLocks noGrp="1"/>
          </p:cNvSpPr>
          <p:nvPr>
            <p:ph type="pic" idx="6"/>
          </p:nvPr>
        </p:nvSpPr>
        <p:spPr>
          <a:xfrm>
            <a:off x="9188499" y="0"/>
            <a:ext cx="3003209" cy="3399000"/>
          </a:xfrm>
          <a:prstGeom prst="rect">
            <a:avLst/>
          </a:prstGeom>
          <a:solidFill>
            <a:srgbClr val="E6E9EE"/>
          </a:solidFill>
          <a:ln>
            <a:noFill/>
          </a:ln>
        </p:spPr>
      </p:sp>
      <p:sp>
        <p:nvSpPr>
          <p:cNvPr id="105" name="Google Shape;105;p42"/>
          <p:cNvSpPr>
            <a:spLocks noGrp="1"/>
          </p:cNvSpPr>
          <p:nvPr>
            <p:ph type="pic" idx="7"/>
          </p:nvPr>
        </p:nvSpPr>
        <p:spPr>
          <a:xfrm>
            <a:off x="6125666" y="3458865"/>
            <a:ext cx="3003209" cy="3399000"/>
          </a:xfrm>
          <a:prstGeom prst="rect">
            <a:avLst/>
          </a:prstGeom>
          <a:solidFill>
            <a:srgbClr val="E6E9EE"/>
          </a:solid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300"/>
                                        <p:tgtEl>
                                          <p:spTgt spid="100"/>
                                        </p:tgtEl>
                                      </p:cBhvr>
                                    </p:animEffect>
                                  </p:childTnLst>
                                </p:cTn>
                              </p:par>
                              <p:par>
                                <p:cTn id="8" presetID="10" presetClass="entr" presetSubtype="0" fill="hold" nodeType="withEffect">
                                  <p:stCondLst>
                                    <p:cond delay="40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300"/>
                                        <p:tgtEl>
                                          <p:spTgt spid="101"/>
                                        </p:tgtEl>
                                      </p:cBhvr>
                                    </p:animEffect>
                                  </p:childTnLst>
                                </p:cTn>
                              </p:par>
                              <p:par>
                                <p:cTn id="11" presetID="10" presetClass="entr" presetSubtype="0" fill="hold" nodeType="withEffect">
                                  <p:stCondLst>
                                    <p:cond delay="600"/>
                                  </p:stCondLst>
                                  <p:childTnLst>
                                    <p:set>
                                      <p:cBhvr>
                                        <p:cTn id="12" dur="1" fill="hold">
                                          <p:stCondLst>
                                            <p:cond delay="0"/>
                                          </p:stCondLst>
                                        </p:cTn>
                                        <p:tgtEl>
                                          <p:spTgt spid="104"/>
                                        </p:tgtEl>
                                        <p:attrNameLst>
                                          <p:attrName>style.visibility</p:attrName>
                                        </p:attrNameLst>
                                      </p:cBhvr>
                                      <p:to>
                                        <p:strVal val="visible"/>
                                      </p:to>
                                    </p:set>
                                    <p:animEffect transition="in" filter="fade">
                                      <p:cBhvr>
                                        <p:cTn id="13" dur="300"/>
                                        <p:tgtEl>
                                          <p:spTgt spid="104"/>
                                        </p:tgtEl>
                                      </p:cBhvr>
                                    </p:animEffect>
                                  </p:childTnLst>
                                </p:cTn>
                              </p:par>
                              <p:par>
                                <p:cTn id="14" presetID="10" presetClass="entr" presetSubtype="0" fill="hold" nodeType="withEffect">
                                  <p:stCondLst>
                                    <p:cond delay="800"/>
                                  </p:stCondLst>
                                  <p:childTnLst>
                                    <p:set>
                                      <p:cBhvr>
                                        <p:cTn id="15" dur="1" fill="hold">
                                          <p:stCondLst>
                                            <p:cond delay="0"/>
                                          </p:stCondLst>
                                        </p:cTn>
                                        <p:tgtEl>
                                          <p:spTgt spid="102"/>
                                        </p:tgtEl>
                                        <p:attrNameLst>
                                          <p:attrName>style.visibility</p:attrName>
                                        </p:attrNameLst>
                                      </p:cBhvr>
                                      <p:to>
                                        <p:strVal val="visible"/>
                                      </p:to>
                                    </p:set>
                                    <p:animEffect transition="in" filter="fade">
                                      <p:cBhvr>
                                        <p:cTn id="16" dur="300"/>
                                        <p:tgtEl>
                                          <p:spTgt spid="102"/>
                                        </p:tgtEl>
                                      </p:cBhvr>
                                    </p:animEffect>
                                  </p:childTnLst>
                                </p:cTn>
                              </p:par>
                              <p:par>
                                <p:cTn id="17" presetID="10" presetClass="entr" presetSubtype="0" fill="hold" nodeType="withEffect">
                                  <p:stCondLst>
                                    <p:cond delay="100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300"/>
                                        <p:tgtEl>
                                          <p:spTgt spid="103"/>
                                        </p:tgtEl>
                                      </p:cBhvr>
                                    </p:animEffect>
                                  </p:childTnLst>
                                </p:cTn>
                              </p:par>
                              <p:par>
                                <p:cTn id="20" presetID="10" presetClass="entr" presetSubtype="0" fill="hold" nodeType="withEffect">
                                  <p:stCondLst>
                                    <p:cond delay="1200"/>
                                  </p:stCondLst>
                                  <p:childTnLst>
                                    <p:set>
                                      <p:cBhvr>
                                        <p:cTn id="21" dur="1" fill="hold">
                                          <p:stCondLst>
                                            <p:cond delay="0"/>
                                          </p:stCondLst>
                                        </p:cTn>
                                        <p:tgtEl>
                                          <p:spTgt spid="105"/>
                                        </p:tgtEl>
                                        <p:attrNameLst>
                                          <p:attrName>style.visibility</p:attrName>
                                        </p:attrNameLst>
                                      </p:cBhvr>
                                      <p:to>
                                        <p:strVal val="visible"/>
                                      </p:to>
                                    </p:set>
                                    <p:animEffect transition="in" filter="fade">
                                      <p:cBhvr>
                                        <p:cTn id="22" dur="3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6"/>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0_Diseño personalizado">
  <p:cSld name="30_Diseño personalizado">
    <p:spTree>
      <p:nvGrpSpPr>
        <p:cNvPr id="1" name="Shape 107"/>
        <p:cNvGrpSpPr/>
        <p:nvPr/>
      </p:nvGrpSpPr>
      <p:grpSpPr>
        <a:xfrm>
          <a:off x="0" y="0"/>
          <a:ext cx="0" cy="0"/>
          <a:chOff x="0" y="0"/>
          <a:chExt cx="0" cy="0"/>
        </a:xfrm>
      </p:grpSpPr>
      <p:sp>
        <p:nvSpPr>
          <p:cNvPr id="108" name="Google Shape;108;p44"/>
          <p:cNvSpPr txBox="1">
            <a:spLocks noGrp="1"/>
          </p:cNvSpPr>
          <p:nvPr>
            <p:ph type="ctrTitle"/>
          </p:nvPr>
        </p:nvSpPr>
        <p:spPr>
          <a:xfrm>
            <a:off x="4298165" y="2654150"/>
            <a:ext cx="6792900" cy="23877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rgbClr val="FFFFFF"/>
              </a:buClr>
              <a:buSzPts val="4800"/>
              <a:buFont typeface="Ubuntu"/>
              <a:buNone/>
              <a:defRPr sz="4800" b="0" i="0" u="none" strike="noStrike" cap="none">
                <a:solidFill>
                  <a:srgbClr val="2F2E33"/>
                </a:solidFill>
                <a:latin typeface="Ubuntu"/>
                <a:ea typeface="Ubuntu"/>
                <a:cs typeface="Ubuntu"/>
                <a:sym typeface="Ubuntu"/>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9" name="Google Shape;109;p44"/>
          <p:cNvSpPr txBox="1">
            <a:spLocks noGrp="1"/>
          </p:cNvSpPr>
          <p:nvPr>
            <p:ph type="subTitle" idx="1"/>
          </p:nvPr>
        </p:nvSpPr>
        <p:spPr>
          <a:xfrm>
            <a:off x="4298165" y="5276725"/>
            <a:ext cx="6792900" cy="715071"/>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FFFFFF"/>
              </a:buClr>
              <a:buSzPts val="2400"/>
              <a:buFont typeface="Arial"/>
              <a:buNone/>
              <a:defRPr sz="2400" b="0" i="0" u="none" strike="noStrike" cap="none">
                <a:solidFill>
                  <a:srgbClr val="2F2E33"/>
                </a:solidFill>
                <a:latin typeface="Ubuntu"/>
                <a:ea typeface="Ubuntu"/>
                <a:cs typeface="Ubuntu"/>
                <a:sym typeface="Ubuntu"/>
              </a:defRPr>
            </a:lvl1pPr>
            <a:lvl2pPr marR="0" lvl="1" algn="ctr" rtl="0">
              <a:lnSpc>
                <a:spcPct val="90000"/>
              </a:lnSpc>
              <a:spcBef>
                <a:spcPts val="500"/>
              </a:spcBef>
              <a:spcAft>
                <a:spcPts val="0"/>
              </a:spcAft>
              <a:buClr>
                <a:srgbClr val="FFFFFF"/>
              </a:buClr>
              <a:buSzPts val="3999"/>
              <a:buFont typeface="Arial"/>
              <a:buNone/>
              <a:defRPr sz="2000" b="0" i="0" u="none" strike="noStrike" cap="none">
                <a:solidFill>
                  <a:srgbClr val="FFFFFF"/>
                </a:solidFill>
                <a:latin typeface="Raleway"/>
                <a:ea typeface="Raleway"/>
                <a:cs typeface="Raleway"/>
                <a:sym typeface="Raleway"/>
              </a:defRPr>
            </a:lvl2pPr>
            <a:lvl3pPr marR="0" lvl="2" algn="ctr" rtl="0">
              <a:lnSpc>
                <a:spcPct val="90000"/>
              </a:lnSpc>
              <a:spcBef>
                <a:spcPts val="500"/>
              </a:spcBef>
              <a:spcAft>
                <a:spcPts val="0"/>
              </a:spcAft>
              <a:buClr>
                <a:srgbClr val="FFFFFF"/>
              </a:buClr>
              <a:buSzPts val="3599"/>
              <a:buFont typeface="Arial"/>
              <a:buNone/>
              <a:defRPr sz="1800" b="0" i="0" u="none" strike="noStrike" cap="none">
                <a:solidFill>
                  <a:srgbClr val="FFFFFF"/>
                </a:solidFill>
                <a:latin typeface="Raleway"/>
                <a:ea typeface="Raleway"/>
                <a:cs typeface="Raleway"/>
                <a:sym typeface="Raleway"/>
              </a:defRPr>
            </a:lvl3pPr>
            <a:lvl4pPr marR="0" lvl="3" algn="ctr" rtl="0">
              <a:lnSpc>
                <a:spcPct val="90000"/>
              </a:lnSpc>
              <a:spcBef>
                <a:spcPts val="500"/>
              </a:spcBef>
              <a:spcAft>
                <a:spcPts val="0"/>
              </a:spcAft>
              <a:buClr>
                <a:srgbClr val="FFFFFF"/>
              </a:buClr>
              <a:buSzPts val="3199"/>
              <a:buFont typeface="Arial"/>
              <a:buNone/>
              <a:defRPr sz="1600" b="0" i="0" u="none" strike="noStrike" cap="none">
                <a:solidFill>
                  <a:srgbClr val="FFFFFF"/>
                </a:solidFill>
                <a:latin typeface="Raleway"/>
                <a:ea typeface="Raleway"/>
                <a:cs typeface="Raleway"/>
                <a:sym typeface="Raleway"/>
              </a:defRPr>
            </a:lvl4pPr>
            <a:lvl5pPr marR="0" lvl="4" algn="ctr" rtl="0">
              <a:lnSpc>
                <a:spcPct val="90000"/>
              </a:lnSpc>
              <a:spcBef>
                <a:spcPts val="500"/>
              </a:spcBef>
              <a:spcAft>
                <a:spcPts val="0"/>
              </a:spcAft>
              <a:buClr>
                <a:srgbClr val="FFFFFF"/>
              </a:buClr>
              <a:buSzPts val="3199"/>
              <a:buFont typeface="Arial"/>
              <a:buNone/>
              <a:defRPr sz="1600" b="0" i="0" u="none" strike="noStrike" cap="none">
                <a:solidFill>
                  <a:srgbClr val="FFFFFF"/>
                </a:solidFill>
                <a:latin typeface="Raleway"/>
                <a:ea typeface="Raleway"/>
                <a:cs typeface="Raleway"/>
                <a:sym typeface="Raleway"/>
              </a:defRPr>
            </a:lvl5pPr>
            <a:lvl6pPr marR="0" lvl="5" algn="ctr" rtl="0">
              <a:lnSpc>
                <a:spcPct val="90000"/>
              </a:lnSpc>
              <a:spcBef>
                <a:spcPts val="500"/>
              </a:spcBef>
              <a:spcAft>
                <a:spcPts val="0"/>
              </a:spcAft>
              <a:buClr>
                <a:srgbClr val="FFFFFF"/>
              </a:buClr>
              <a:buSzPts val="3199"/>
              <a:buFont typeface="Arial"/>
              <a:buNone/>
              <a:defRPr sz="1600" b="0" i="0" u="none" strike="noStrike" cap="none">
                <a:solidFill>
                  <a:srgbClr val="FFFFFF"/>
                </a:solidFill>
                <a:latin typeface="Raleway"/>
                <a:ea typeface="Raleway"/>
                <a:cs typeface="Raleway"/>
                <a:sym typeface="Raleway"/>
              </a:defRPr>
            </a:lvl6pPr>
            <a:lvl7pPr marR="0" lvl="6" algn="ctr" rtl="0">
              <a:lnSpc>
                <a:spcPct val="90000"/>
              </a:lnSpc>
              <a:spcBef>
                <a:spcPts val="500"/>
              </a:spcBef>
              <a:spcAft>
                <a:spcPts val="0"/>
              </a:spcAft>
              <a:buClr>
                <a:srgbClr val="FFFFFF"/>
              </a:buClr>
              <a:buSzPts val="3199"/>
              <a:buFont typeface="Arial"/>
              <a:buNone/>
              <a:defRPr sz="1600" b="0" i="0" u="none" strike="noStrike" cap="none">
                <a:solidFill>
                  <a:srgbClr val="FFFFFF"/>
                </a:solidFill>
                <a:latin typeface="Raleway"/>
                <a:ea typeface="Raleway"/>
                <a:cs typeface="Raleway"/>
                <a:sym typeface="Raleway"/>
              </a:defRPr>
            </a:lvl7pPr>
            <a:lvl8pPr marR="0" lvl="7" algn="ctr" rtl="0">
              <a:lnSpc>
                <a:spcPct val="90000"/>
              </a:lnSpc>
              <a:spcBef>
                <a:spcPts val="500"/>
              </a:spcBef>
              <a:spcAft>
                <a:spcPts val="0"/>
              </a:spcAft>
              <a:buClr>
                <a:srgbClr val="FFFFFF"/>
              </a:buClr>
              <a:buSzPts val="3199"/>
              <a:buFont typeface="Arial"/>
              <a:buNone/>
              <a:defRPr sz="1600" b="0" i="0" u="none" strike="noStrike" cap="none">
                <a:solidFill>
                  <a:srgbClr val="FFFFFF"/>
                </a:solidFill>
                <a:latin typeface="Raleway"/>
                <a:ea typeface="Raleway"/>
                <a:cs typeface="Raleway"/>
                <a:sym typeface="Raleway"/>
              </a:defRPr>
            </a:lvl8pPr>
            <a:lvl9pPr marR="0" lvl="8" algn="ctr" rtl="0">
              <a:lnSpc>
                <a:spcPct val="90000"/>
              </a:lnSpc>
              <a:spcBef>
                <a:spcPts val="500"/>
              </a:spcBef>
              <a:spcAft>
                <a:spcPts val="0"/>
              </a:spcAft>
              <a:buClr>
                <a:srgbClr val="FFFFFF"/>
              </a:buClr>
              <a:buSzPts val="3199"/>
              <a:buFont typeface="Arial"/>
              <a:buNone/>
              <a:defRPr sz="1600" b="0" i="0" u="none" strike="noStrike" cap="none">
                <a:solidFill>
                  <a:srgbClr val="FFFFFF"/>
                </a:solidFill>
                <a:latin typeface="Raleway"/>
                <a:ea typeface="Raleway"/>
                <a:cs typeface="Raleway"/>
                <a:sym typeface="Raleway"/>
              </a:defRPr>
            </a:lvl9pPr>
          </a:lstStyle>
          <a:p>
            <a:endParaRPr/>
          </a:p>
        </p:txBody>
      </p:sp>
      <p:sp>
        <p:nvSpPr>
          <p:cNvPr id="110" name="Google Shape;110;p44"/>
          <p:cNvSpPr/>
          <p:nvPr/>
        </p:nvSpPr>
        <p:spPr>
          <a:xfrm>
            <a:off x="4350966" y="278673"/>
            <a:ext cx="3951147" cy="3078206"/>
          </a:xfrm>
          <a:custGeom>
            <a:avLst/>
            <a:gdLst/>
            <a:ahLst/>
            <a:cxnLst/>
            <a:rect l="l" t="t" r="r" b="b"/>
            <a:pathLst>
              <a:path w="6515734" h="5076190" extrusionOk="0">
                <a:moveTo>
                  <a:pt x="5371553" y="0"/>
                </a:moveTo>
                <a:lnTo>
                  <a:pt x="5326947" y="3052"/>
                </a:lnTo>
                <a:lnTo>
                  <a:pt x="5281835" y="13069"/>
                </a:lnTo>
                <a:lnTo>
                  <a:pt x="5236751" y="30087"/>
                </a:lnTo>
                <a:lnTo>
                  <a:pt x="5192229" y="54136"/>
                </a:lnTo>
                <a:lnTo>
                  <a:pt x="115127" y="3447740"/>
                </a:lnTo>
                <a:lnTo>
                  <a:pt x="111787" y="3451101"/>
                </a:lnTo>
                <a:lnTo>
                  <a:pt x="108090" y="3454179"/>
                </a:lnTo>
                <a:lnTo>
                  <a:pt x="0" y="3528188"/>
                </a:lnTo>
                <a:lnTo>
                  <a:pt x="1013937" y="5018509"/>
                </a:lnTo>
                <a:lnTo>
                  <a:pt x="1050871" y="5056571"/>
                </a:lnTo>
                <a:lnTo>
                  <a:pt x="1095899" y="5075778"/>
                </a:lnTo>
                <a:lnTo>
                  <a:pt x="1144856" y="5075303"/>
                </a:lnTo>
                <a:lnTo>
                  <a:pt x="1193576" y="5054319"/>
                </a:lnTo>
                <a:lnTo>
                  <a:pt x="6357335" y="1602864"/>
                </a:lnTo>
                <a:lnTo>
                  <a:pt x="6515487" y="1502825"/>
                </a:lnTo>
                <a:lnTo>
                  <a:pt x="6438694" y="1384703"/>
                </a:lnTo>
                <a:lnTo>
                  <a:pt x="6438348" y="1384054"/>
                </a:lnTo>
                <a:lnTo>
                  <a:pt x="6435385" y="1379614"/>
                </a:lnTo>
                <a:lnTo>
                  <a:pt x="6372801" y="1283293"/>
                </a:lnTo>
                <a:lnTo>
                  <a:pt x="6371104" y="1283293"/>
                </a:lnTo>
                <a:lnTo>
                  <a:pt x="5598614" y="126103"/>
                </a:lnTo>
                <a:lnTo>
                  <a:pt x="5568273" y="88060"/>
                </a:lnTo>
                <a:lnTo>
                  <a:pt x="5534219" y="56783"/>
                </a:lnTo>
                <a:lnTo>
                  <a:pt x="5496985" y="32305"/>
                </a:lnTo>
                <a:lnTo>
                  <a:pt x="5457106" y="14660"/>
                </a:lnTo>
                <a:lnTo>
                  <a:pt x="5415117" y="3880"/>
                </a:lnTo>
                <a:lnTo>
                  <a:pt x="5371553" y="0"/>
                </a:lnTo>
                <a:close/>
              </a:path>
              <a:path w="6515734" h="5076190" extrusionOk="0">
                <a:moveTo>
                  <a:pt x="6371209" y="1280842"/>
                </a:moveTo>
                <a:lnTo>
                  <a:pt x="6371104" y="1283293"/>
                </a:lnTo>
                <a:lnTo>
                  <a:pt x="6372801" y="1283293"/>
                </a:lnTo>
                <a:lnTo>
                  <a:pt x="6371209" y="1280842"/>
                </a:lnTo>
                <a:close/>
              </a:path>
            </a:pathLst>
          </a:custGeom>
          <a:solidFill>
            <a:srgbClr val="FF6300">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1" name="Google Shape;111;p44"/>
          <p:cNvSpPr/>
          <p:nvPr/>
        </p:nvSpPr>
        <p:spPr>
          <a:xfrm>
            <a:off x="4350965" y="2415687"/>
            <a:ext cx="3891848" cy="1008099"/>
          </a:xfrm>
          <a:custGeom>
            <a:avLst/>
            <a:gdLst/>
            <a:ahLst/>
            <a:cxnLst/>
            <a:rect l="l" t="t" r="r" b="b"/>
            <a:pathLst>
              <a:path w="6417944" h="1662429" extrusionOk="0">
                <a:moveTo>
                  <a:pt x="5076609" y="0"/>
                </a:moveTo>
                <a:lnTo>
                  <a:pt x="1403632" y="0"/>
                </a:lnTo>
                <a:lnTo>
                  <a:pt x="0" y="4094"/>
                </a:lnTo>
                <a:lnTo>
                  <a:pt x="1032942" y="1527157"/>
                </a:lnTo>
                <a:lnTo>
                  <a:pt x="1070980" y="1579574"/>
                </a:lnTo>
                <a:lnTo>
                  <a:pt x="1104633" y="1616447"/>
                </a:lnTo>
                <a:lnTo>
                  <a:pt x="1138498" y="1640459"/>
                </a:lnTo>
                <a:lnTo>
                  <a:pt x="1177171" y="1654290"/>
                </a:lnTo>
                <a:lnTo>
                  <a:pt x="1225250" y="1660622"/>
                </a:lnTo>
                <a:lnTo>
                  <a:pt x="1287332" y="1662137"/>
                </a:lnTo>
                <a:lnTo>
                  <a:pt x="6264238" y="1662137"/>
                </a:lnTo>
                <a:lnTo>
                  <a:pt x="6417689" y="1631960"/>
                </a:lnTo>
                <a:lnTo>
                  <a:pt x="5437687" y="168612"/>
                </a:lnTo>
                <a:lnTo>
                  <a:pt x="5410666" y="135272"/>
                </a:lnTo>
                <a:lnTo>
                  <a:pt x="5382776" y="105135"/>
                </a:lnTo>
                <a:lnTo>
                  <a:pt x="5352986" y="78393"/>
                </a:lnTo>
                <a:lnTo>
                  <a:pt x="5320266" y="55239"/>
                </a:lnTo>
                <a:lnTo>
                  <a:pt x="5283584" y="35865"/>
                </a:lnTo>
                <a:lnTo>
                  <a:pt x="5241908" y="20462"/>
                </a:lnTo>
                <a:lnTo>
                  <a:pt x="5194208" y="9222"/>
                </a:lnTo>
                <a:lnTo>
                  <a:pt x="5139452" y="2337"/>
                </a:lnTo>
                <a:lnTo>
                  <a:pt x="5076609" y="0"/>
                </a:lnTo>
                <a:close/>
              </a:path>
            </a:pathLst>
          </a:custGeom>
          <a:solidFill>
            <a:srgbClr val="5697C5">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2" name="Google Shape;112;p44"/>
          <p:cNvSpPr/>
          <p:nvPr/>
        </p:nvSpPr>
        <p:spPr>
          <a:xfrm>
            <a:off x="4291661" y="2493996"/>
            <a:ext cx="3951147" cy="3078206"/>
          </a:xfrm>
          <a:custGeom>
            <a:avLst/>
            <a:gdLst/>
            <a:ahLst/>
            <a:cxnLst/>
            <a:rect l="l" t="t" r="r" b="b"/>
            <a:pathLst>
              <a:path w="6515734" h="5076190" extrusionOk="0">
                <a:moveTo>
                  <a:pt x="5371553" y="0"/>
                </a:moveTo>
                <a:lnTo>
                  <a:pt x="5326947" y="3051"/>
                </a:lnTo>
                <a:lnTo>
                  <a:pt x="5281835" y="13069"/>
                </a:lnTo>
                <a:lnTo>
                  <a:pt x="5236751" y="30086"/>
                </a:lnTo>
                <a:lnTo>
                  <a:pt x="5192229" y="54136"/>
                </a:lnTo>
                <a:lnTo>
                  <a:pt x="115127" y="3447739"/>
                </a:lnTo>
                <a:lnTo>
                  <a:pt x="111776" y="3451100"/>
                </a:lnTo>
                <a:lnTo>
                  <a:pt x="108080" y="3454179"/>
                </a:lnTo>
                <a:lnTo>
                  <a:pt x="0" y="3528187"/>
                </a:lnTo>
                <a:lnTo>
                  <a:pt x="1013937" y="5018508"/>
                </a:lnTo>
                <a:lnTo>
                  <a:pt x="1050871" y="5056570"/>
                </a:lnTo>
                <a:lnTo>
                  <a:pt x="1095899" y="5075777"/>
                </a:lnTo>
                <a:lnTo>
                  <a:pt x="1144856" y="5075303"/>
                </a:lnTo>
                <a:lnTo>
                  <a:pt x="1193576" y="5054318"/>
                </a:lnTo>
                <a:lnTo>
                  <a:pt x="6357335" y="1602863"/>
                </a:lnTo>
                <a:lnTo>
                  <a:pt x="6515487" y="1502825"/>
                </a:lnTo>
                <a:lnTo>
                  <a:pt x="6438694" y="1384702"/>
                </a:lnTo>
                <a:lnTo>
                  <a:pt x="6438348" y="1384053"/>
                </a:lnTo>
                <a:lnTo>
                  <a:pt x="6435385" y="1379614"/>
                </a:lnTo>
                <a:lnTo>
                  <a:pt x="6372801" y="1283292"/>
                </a:lnTo>
                <a:lnTo>
                  <a:pt x="6371104" y="1283292"/>
                </a:lnTo>
                <a:lnTo>
                  <a:pt x="5598614" y="126113"/>
                </a:lnTo>
                <a:lnTo>
                  <a:pt x="5568273" y="88067"/>
                </a:lnTo>
                <a:lnTo>
                  <a:pt x="5534219" y="56788"/>
                </a:lnTo>
                <a:lnTo>
                  <a:pt x="5496985" y="32308"/>
                </a:lnTo>
                <a:lnTo>
                  <a:pt x="5457106" y="14661"/>
                </a:lnTo>
                <a:lnTo>
                  <a:pt x="5415117" y="3881"/>
                </a:lnTo>
                <a:lnTo>
                  <a:pt x="5371553" y="0"/>
                </a:lnTo>
                <a:close/>
              </a:path>
              <a:path w="6515734" h="5076190" extrusionOk="0">
                <a:moveTo>
                  <a:pt x="6371209" y="1280842"/>
                </a:moveTo>
                <a:lnTo>
                  <a:pt x="6371104" y="1283292"/>
                </a:lnTo>
                <a:lnTo>
                  <a:pt x="6372801" y="1283292"/>
                </a:lnTo>
                <a:lnTo>
                  <a:pt x="6371209" y="1280842"/>
                </a:lnTo>
                <a:close/>
              </a:path>
            </a:pathLst>
          </a:custGeom>
          <a:solidFill>
            <a:srgbClr val="CA0017">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3" name="Google Shape;113;p44"/>
          <p:cNvSpPr/>
          <p:nvPr/>
        </p:nvSpPr>
        <p:spPr>
          <a:xfrm>
            <a:off x="4291666" y="4659855"/>
            <a:ext cx="3951147" cy="1015800"/>
          </a:xfrm>
          <a:custGeom>
            <a:avLst/>
            <a:gdLst/>
            <a:ahLst/>
            <a:cxnLst/>
            <a:rect l="l" t="t" r="r" b="b"/>
            <a:pathLst>
              <a:path w="6515734" h="1675129" extrusionOk="0">
                <a:moveTo>
                  <a:pt x="5219485" y="0"/>
                </a:moveTo>
                <a:lnTo>
                  <a:pt x="0" y="0"/>
                </a:lnTo>
                <a:lnTo>
                  <a:pt x="1048104" y="1549439"/>
                </a:lnTo>
                <a:lnTo>
                  <a:pt x="1079339" y="1585857"/>
                </a:lnTo>
                <a:lnTo>
                  <a:pt x="1113015" y="1614583"/>
                </a:lnTo>
                <a:lnTo>
                  <a:pt x="1151080" y="1636095"/>
                </a:lnTo>
                <a:lnTo>
                  <a:pt x="1195479" y="1650870"/>
                </a:lnTo>
                <a:lnTo>
                  <a:pt x="1248160" y="1659384"/>
                </a:lnTo>
                <a:lnTo>
                  <a:pt x="1311070" y="1662116"/>
                </a:lnTo>
                <a:lnTo>
                  <a:pt x="6357314" y="1674943"/>
                </a:lnTo>
                <a:lnTo>
                  <a:pt x="6410934" y="1642582"/>
                </a:lnTo>
                <a:lnTo>
                  <a:pt x="6462091" y="1610049"/>
                </a:lnTo>
                <a:lnTo>
                  <a:pt x="6500399" y="1584950"/>
                </a:lnTo>
                <a:lnTo>
                  <a:pt x="6515477" y="1574894"/>
                </a:lnTo>
                <a:lnTo>
                  <a:pt x="6444191" y="1474415"/>
                </a:lnTo>
                <a:lnTo>
                  <a:pt x="5587725" y="185743"/>
                </a:lnTo>
                <a:lnTo>
                  <a:pt x="5551378" y="137262"/>
                </a:lnTo>
                <a:lnTo>
                  <a:pt x="5515435" y="97819"/>
                </a:lnTo>
                <a:lnTo>
                  <a:pt x="5479234" y="66525"/>
                </a:lnTo>
                <a:lnTo>
                  <a:pt x="5442112" y="42487"/>
                </a:lnTo>
                <a:lnTo>
                  <a:pt x="5403405" y="24817"/>
                </a:lnTo>
                <a:lnTo>
                  <a:pt x="5362452" y="12624"/>
                </a:lnTo>
                <a:lnTo>
                  <a:pt x="5318590" y="5017"/>
                </a:lnTo>
                <a:lnTo>
                  <a:pt x="5271155" y="1105"/>
                </a:lnTo>
                <a:lnTo>
                  <a:pt x="5219485" y="0"/>
                </a:lnTo>
                <a:close/>
              </a:path>
            </a:pathLst>
          </a:custGeom>
          <a:solidFill>
            <a:srgbClr val="5697C5">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4" name="Google Shape;114;p44"/>
          <p:cNvSpPr/>
          <p:nvPr/>
        </p:nvSpPr>
        <p:spPr>
          <a:xfrm>
            <a:off x="4291666" y="4703557"/>
            <a:ext cx="3951147" cy="2154051"/>
          </a:xfrm>
          <a:custGeom>
            <a:avLst/>
            <a:gdLst/>
            <a:ahLst/>
            <a:cxnLst/>
            <a:rect l="l" t="t" r="r" b="b"/>
            <a:pathLst>
              <a:path w="6515734" h="3552190" extrusionOk="0">
                <a:moveTo>
                  <a:pt x="5371545" y="0"/>
                </a:moveTo>
                <a:lnTo>
                  <a:pt x="5326940" y="3052"/>
                </a:lnTo>
                <a:lnTo>
                  <a:pt x="5281827" y="13069"/>
                </a:lnTo>
                <a:lnTo>
                  <a:pt x="5236743" y="30087"/>
                </a:lnTo>
                <a:lnTo>
                  <a:pt x="5192221" y="54136"/>
                </a:lnTo>
                <a:lnTo>
                  <a:pt x="115119" y="3447740"/>
                </a:lnTo>
                <a:lnTo>
                  <a:pt x="111768" y="3451101"/>
                </a:lnTo>
                <a:lnTo>
                  <a:pt x="108072" y="3454179"/>
                </a:lnTo>
                <a:lnTo>
                  <a:pt x="0" y="3528182"/>
                </a:lnTo>
                <a:lnTo>
                  <a:pt x="16221" y="3552041"/>
                </a:lnTo>
                <a:lnTo>
                  <a:pt x="3441142" y="3552041"/>
                </a:lnTo>
                <a:lnTo>
                  <a:pt x="6357327" y="1602864"/>
                </a:lnTo>
                <a:lnTo>
                  <a:pt x="6515479" y="1502825"/>
                </a:lnTo>
                <a:lnTo>
                  <a:pt x="6438686" y="1384703"/>
                </a:lnTo>
                <a:lnTo>
                  <a:pt x="6438340" y="1384054"/>
                </a:lnTo>
                <a:lnTo>
                  <a:pt x="6435377" y="1379614"/>
                </a:lnTo>
                <a:lnTo>
                  <a:pt x="6372793" y="1283293"/>
                </a:lnTo>
                <a:lnTo>
                  <a:pt x="6371096" y="1283293"/>
                </a:lnTo>
                <a:lnTo>
                  <a:pt x="5598607" y="126103"/>
                </a:lnTo>
                <a:lnTo>
                  <a:pt x="5568266" y="88060"/>
                </a:lnTo>
                <a:lnTo>
                  <a:pt x="5534211" y="56783"/>
                </a:lnTo>
                <a:lnTo>
                  <a:pt x="5496977" y="32305"/>
                </a:lnTo>
                <a:lnTo>
                  <a:pt x="5457098" y="14660"/>
                </a:lnTo>
                <a:lnTo>
                  <a:pt x="5415110" y="3880"/>
                </a:lnTo>
                <a:lnTo>
                  <a:pt x="5371545" y="0"/>
                </a:lnTo>
                <a:close/>
              </a:path>
              <a:path w="6515734" h="3552190" extrusionOk="0">
                <a:moveTo>
                  <a:pt x="6371201" y="1280842"/>
                </a:moveTo>
                <a:lnTo>
                  <a:pt x="6371096" y="1283293"/>
                </a:lnTo>
                <a:lnTo>
                  <a:pt x="6372793" y="1283293"/>
                </a:lnTo>
                <a:lnTo>
                  <a:pt x="6371201" y="1280842"/>
                </a:lnTo>
                <a:close/>
              </a:path>
            </a:pathLst>
          </a:custGeom>
          <a:solidFill>
            <a:srgbClr val="FF6300">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5" name="Google Shape;115;p44"/>
          <p:cNvSpPr/>
          <p:nvPr/>
        </p:nvSpPr>
        <p:spPr>
          <a:xfrm>
            <a:off x="8301963" y="0"/>
            <a:ext cx="3889922" cy="2128252"/>
          </a:xfrm>
          <a:custGeom>
            <a:avLst/>
            <a:gdLst/>
            <a:ahLst/>
            <a:cxnLst/>
            <a:rect l="l" t="t" r="r" b="b"/>
            <a:pathLst>
              <a:path w="6414769" h="3509645" extrusionOk="0">
                <a:moveTo>
                  <a:pt x="6414241" y="0"/>
                </a:moveTo>
                <a:lnTo>
                  <a:pt x="2929887" y="0"/>
                </a:lnTo>
                <a:lnTo>
                  <a:pt x="115127" y="1881425"/>
                </a:lnTo>
                <a:lnTo>
                  <a:pt x="111776" y="1884786"/>
                </a:lnTo>
                <a:lnTo>
                  <a:pt x="108080" y="1887864"/>
                </a:lnTo>
                <a:lnTo>
                  <a:pt x="0" y="1961873"/>
                </a:lnTo>
                <a:lnTo>
                  <a:pt x="1013937" y="3452194"/>
                </a:lnTo>
                <a:lnTo>
                  <a:pt x="1050871" y="3490256"/>
                </a:lnTo>
                <a:lnTo>
                  <a:pt x="1095899" y="3509463"/>
                </a:lnTo>
                <a:lnTo>
                  <a:pt x="1144856" y="3508988"/>
                </a:lnTo>
                <a:lnTo>
                  <a:pt x="1193576" y="3488004"/>
                </a:lnTo>
                <a:lnTo>
                  <a:pt x="6357335" y="36549"/>
                </a:lnTo>
                <a:lnTo>
                  <a:pt x="6414241" y="553"/>
                </a:lnTo>
                <a:lnTo>
                  <a:pt x="6414241" y="0"/>
                </a:lnTo>
                <a:close/>
              </a:path>
            </a:pathLst>
          </a:custGeom>
          <a:solidFill>
            <a:srgbClr val="FF6300">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6" name="Google Shape;116;p44"/>
          <p:cNvSpPr/>
          <p:nvPr/>
        </p:nvSpPr>
        <p:spPr>
          <a:xfrm>
            <a:off x="8301961" y="1187198"/>
            <a:ext cx="3889922" cy="1008099"/>
          </a:xfrm>
          <a:custGeom>
            <a:avLst/>
            <a:gdLst/>
            <a:ahLst/>
            <a:cxnLst/>
            <a:rect l="l" t="t" r="r" b="b"/>
            <a:pathLst>
              <a:path w="6414769" h="1662429" extrusionOk="0">
                <a:moveTo>
                  <a:pt x="5076609" y="0"/>
                </a:moveTo>
                <a:lnTo>
                  <a:pt x="1403632" y="0"/>
                </a:lnTo>
                <a:lnTo>
                  <a:pt x="0" y="4094"/>
                </a:lnTo>
                <a:lnTo>
                  <a:pt x="1032942" y="1527157"/>
                </a:lnTo>
                <a:lnTo>
                  <a:pt x="1070981" y="1579574"/>
                </a:lnTo>
                <a:lnTo>
                  <a:pt x="1104635" y="1616447"/>
                </a:lnTo>
                <a:lnTo>
                  <a:pt x="1138501" y="1640459"/>
                </a:lnTo>
                <a:lnTo>
                  <a:pt x="1177176" y="1654290"/>
                </a:lnTo>
                <a:lnTo>
                  <a:pt x="1225254" y="1660622"/>
                </a:lnTo>
                <a:lnTo>
                  <a:pt x="1287332" y="1662137"/>
                </a:lnTo>
                <a:lnTo>
                  <a:pt x="6264238" y="1662137"/>
                </a:lnTo>
                <a:lnTo>
                  <a:pt x="6414245" y="1632638"/>
                </a:lnTo>
                <a:lnTo>
                  <a:pt x="6414245" y="1626817"/>
                </a:lnTo>
                <a:lnTo>
                  <a:pt x="5437687" y="168612"/>
                </a:lnTo>
                <a:lnTo>
                  <a:pt x="5410669" y="135272"/>
                </a:lnTo>
                <a:lnTo>
                  <a:pt x="5382780" y="105135"/>
                </a:lnTo>
                <a:lnTo>
                  <a:pt x="5352991" y="78393"/>
                </a:lnTo>
                <a:lnTo>
                  <a:pt x="5320270" y="55239"/>
                </a:lnTo>
                <a:lnTo>
                  <a:pt x="5283587" y="35865"/>
                </a:lnTo>
                <a:lnTo>
                  <a:pt x="5241910" y="20462"/>
                </a:lnTo>
                <a:lnTo>
                  <a:pt x="5194209" y="9222"/>
                </a:lnTo>
                <a:lnTo>
                  <a:pt x="5139453" y="2337"/>
                </a:lnTo>
                <a:lnTo>
                  <a:pt x="5076609" y="0"/>
                </a:lnTo>
                <a:close/>
              </a:path>
            </a:pathLst>
          </a:custGeom>
          <a:solidFill>
            <a:srgbClr val="5697C5">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7" name="Google Shape;117;p44"/>
          <p:cNvSpPr/>
          <p:nvPr/>
        </p:nvSpPr>
        <p:spPr>
          <a:xfrm>
            <a:off x="8242659" y="1265508"/>
            <a:ext cx="3949222" cy="3078206"/>
          </a:xfrm>
          <a:custGeom>
            <a:avLst/>
            <a:gdLst/>
            <a:ahLst/>
            <a:cxnLst/>
            <a:rect l="l" t="t" r="r" b="b"/>
            <a:pathLst>
              <a:path w="6512559" h="5076190" extrusionOk="0">
                <a:moveTo>
                  <a:pt x="5371553" y="0"/>
                </a:moveTo>
                <a:lnTo>
                  <a:pt x="5326947" y="3051"/>
                </a:lnTo>
                <a:lnTo>
                  <a:pt x="5281835" y="13069"/>
                </a:lnTo>
                <a:lnTo>
                  <a:pt x="5236751" y="30086"/>
                </a:lnTo>
                <a:lnTo>
                  <a:pt x="5192229" y="54136"/>
                </a:lnTo>
                <a:lnTo>
                  <a:pt x="115127" y="3447739"/>
                </a:lnTo>
                <a:lnTo>
                  <a:pt x="111776" y="3451100"/>
                </a:lnTo>
                <a:lnTo>
                  <a:pt x="108080" y="3454179"/>
                </a:lnTo>
                <a:lnTo>
                  <a:pt x="0" y="3528187"/>
                </a:lnTo>
                <a:lnTo>
                  <a:pt x="1013937" y="5018508"/>
                </a:lnTo>
                <a:lnTo>
                  <a:pt x="1050871" y="5056570"/>
                </a:lnTo>
                <a:lnTo>
                  <a:pt x="1095899" y="5075777"/>
                </a:lnTo>
                <a:lnTo>
                  <a:pt x="1144856" y="5075303"/>
                </a:lnTo>
                <a:lnTo>
                  <a:pt x="1193576" y="5054318"/>
                </a:lnTo>
                <a:lnTo>
                  <a:pt x="6357335" y="1602863"/>
                </a:lnTo>
                <a:lnTo>
                  <a:pt x="6512039" y="1505005"/>
                </a:lnTo>
                <a:lnTo>
                  <a:pt x="6512039" y="1497521"/>
                </a:lnTo>
                <a:lnTo>
                  <a:pt x="6438694" y="1384702"/>
                </a:lnTo>
                <a:lnTo>
                  <a:pt x="6438348" y="1384053"/>
                </a:lnTo>
                <a:lnTo>
                  <a:pt x="6435385" y="1379614"/>
                </a:lnTo>
                <a:lnTo>
                  <a:pt x="6372801" y="1283292"/>
                </a:lnTo>
                <a:lnTo>
                  <a:pt x="6371093" y="1283292"/>
                </a:lnTo>
                <a:lnTo>
                  <a:pt x="5598614" y="126113"/>
                </a:lnTo>
                <a:lnTo>
                  <a:pt x="5568273" y="88067"/>
                </a:lnTo>
                <a:lnTo>
                  <a:pt x="5534219" y="56788"/>
                </a:lnTo>
                <a:lnTo>
                  <a:pt x="5496985" y="32308"/>
                </a:lnTo>
                <a:lnTo>
                  <a:pt x="5457106" y="14661"/>
                </a:lnTo>
                <a:lnTo>
                  <a:pt x="5415117" y="3881"/>
                </a:lnTo>
                <a:lnTo>
                  <a:pt x="5371553" y="0"/>
                </a:lnTo>
                <a:close/>
              </a:path>
              <a:path w="6512559" h="5076190" extrusionOk="0">
                <a:moveTo>
                  <a:pt x="6371209" y="1280842"/>
                </a:moveTo>
                <a:lnTo>
                  <a:pt x="6371093" y="1283292"/>
                </a:lnTo>
                <a:lnTo>
                  <a:pt x="6372801" y="1283292"/>
                </a:lnTo>
                <a:lnTo>
                  <a:pt x="6371209" y="1280842"/>
                </a:lnTo>
                <a:close/>
              </a:path>
            </a:pathLst>
          </a:custGeom>
          <a:solidFill>
            <a:srgbClr val="CA0017">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8" name="Google Shape;118;p44"/>
          <p:cNvSpPr/>
          <p:nvPr/>
        </p:nvSpPr>
        <p:spPr>
          <a:xfrm>
            <a:off x="8242661" y="3402520"/>
            <a:ext cx="3944216" cy="1008099"/>
          </a:xfrm>
          <a:custGeom>
            <a:avLst/>
            <a:gdLst/>
            <a:ahLst/>
            <a:cxnLst/>
            <a:rect l="l" t="t" r="r" b="b"/>
            <a:pathLst>
              <a:path w="6504305" h="1662429" extrusionOk="0">
                <a:moveTo>
                  <a:pt x="5076599" y="0"/>
                </a:moveTo>
                <a:lnTo>
                  <a:pt x="1403622" y="0"/>
                </a:lnTo>
                <a:lnTo>
                  <a:pt x="0" y="4094"/>
                </a:lnTo>
                <a:lnTo>
                  <a:pt x="1032931" y="1527157"/>
                </a:lnTo>
                <a:lnTo>
                  <a:pt x="1070970" y="1579574"/>
                </a:lnTo>
                <a:lnTo>
                  <a:pt x="1104625" y="1616447"/>
                </a:lnTo>
                <a:lnTo>
                  <a:pt x="1138492" y="1640459"/>
                </a:lnTo>
                <a:lnTo>
                  <a:pt x="1177168" y="1654290"/>
                </a:lnTo>
                <a:lnTo>
                  <a:pt x="1225249" y="1660622"/>
                </a:lnTo>
                <a:lnTo>
                  <a:pt x="1287332" y="1662137"/>
                </a:lnTo>
                <a:lnTo>
                  <a:pt x="6503896" y="1662137"/>
                </a:lnTo>
                <a:lnTo>
                  <a:pt x="5878114" y="789483"/>
                </a:lnTo>
                <a:lnTo>
                  <a:pt x="5437677" y="168612"/>
                </a:lnTo>
                <a:lnTo>
                  <a:pt x="5410658" y="135272"/>
                </a:lnTo>
                <a:lnTo>
                  <a:pt x="5382771" y="105135"/>
                </a:lnTo>
                <a:lnTo>
                  <a:pt x="5352983" y="78393"/>
                </a:lnTo>
                <a:lnTo>
                  <a:pt x="5320263" y="55239"/>
                </a:lnTo>
                <a:lnTo>
                  <a:pt x="5283581" y="35865"/>
                </a:lnTo>
                <a:lnTo>
                  <a:pt x="5241905" y="20462"/>
                </a:lnTo>
                <a:lnTo>
                  <a:pt x="5194203" y="9222"/>
                </a:lnTo>
                <a:lnTo>
                  <a:pt x="5139445" y="2337"/>
                </a:lnTo>
                <a:lnTo>
                  <a:pt x="5076599" y="0"/>
                </a:lnTo>
                <a:close/>
              </a:path>
            </a:pathLst>
          </a:custGeom>
          <a:solidFill>
            <a:srgbClr val="5697C5">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9" name="Google Shape;119;p44"/>
          <p:cNvSpPr/>
          <p:nvPr/>
        </p:nvSpPr>
        <p:spPr>
          <a:xfrm>
            <a:off x="8242659" y="3475069"/>
            <a:ext cx="3949222" cy="3078206"/>
          </a:xfrm>
          <a:custGeom>
            <a:avLst/>
            <a:gdLst/>
            <a:ahLst/>
            <a:cxnLst/>
            <a:rect l="l" t="t" r="r" b="b"/>
            <a:pathLst>
              <a:path w="6512559" h="5076190" extrusionOk="0">
                <a:moveTo>
                  <a:pt x="5371553" y="0"/>
                </a:moveTo>
                <a:lnTo>
                  <a:pt x="5326947" y="3052"/>
                </a:lnTo>
                <a:lnTo>
                  <a:pt x="5281835" y="13069"/>
                </a:lnTo>
                <a:lnTo>
                  <a:pt x="5236751" y="30087"/>
                </a:lnTo>
                <a:lnTo>
                  <a:pt x="5192229" y="54136"/>
                </a:lnTo>
                <a:lnTo>
                  <a:pt x="115127" y="3447740"/>
                </a:lnTo>
                <a:lnTo>
                  <a:pt x="111776" y="3451101"/>
                </a:lnTo>
                <a:lnTo>
                  <a:pt x="108080" y="3454179"/>
                </a:lnTo>
                <a:lnTo>
                  <a:pt x="0" y="3528188"/>
                </a:lnTo>
                <a:lnTo>
                  <a:pt x="1013937" y="5018509"/>
                </a:lnTo>
                <a:lnTo>
                  <a:pt x="1050871" y="5056571"/>
                </a:lnTo>
                <a:lnTo>
                  <a:pt x="1095899" y="5075778"/>
                </a:lnTo>
                <a:lnTo>
                  <a:pt x="1144856" y="5075303"/>
                </a:lnTo>
                <a:lnTo>
                  <a:pt x="1193576" y="5054319"/>
                </a:lnTo>
                <a:lnTo>
                  <a:pt x="6357335" y="1602864"/>
                </a:lnTo>
                <a:lnTo>
                  <a:pt x="6512039" y="1505006"/>
                </a:lnTo>
                <a:lnTo>
                  <a:pt x="6512039" y="1497522"/>
                </a:lnTo>
                <a:lnTo>
                  <a:pt x="6438694" y="1384703"/>
                </a:lnTo>
                <a:lnTo>
                  <a:pt x="6438348" y="1384054"/>
                </a:lnTo>
                <a:lnTo>
                  <a:pt x="6435385" y="1379614"/>
                </a:lnTo>
                <a:lnTo>
                  <a:pt x="6372801" y="1283293"/>
                </a:lnTo>
                <a:lnTo>
                  <a:pt x="6371093" y="1283293"/>
                </a:lnTo>
                <a:lnTo>
                  <a:pt x="5598614" y="126103"/>
                </a:lnTo>
                <a:lnTo>
                  <a:pt x="5568273" y="88060"/>
                </a:lnTo>
                <a:lnTo>
                  <a:pt x="5534219" y="56783"/>
                </a:lnTo>
                <a:lnTo>
                  <a:pt x="5496985" y="32305"/>
                </a:lnTo>
                <a:lnTo>
                  <a:pt x="5457106" y="14660"/>
                </a:lnTo>
                <a:lnTo>
                  <a:pt x="5415117" y="3880"/>
                </a:lnTo>
                <a:lnTo>
                  <a:pt x="5371553" y="0"/>
                </a:lnTo>
                <a:close/>
              </a:path>
              <a:path w="6512559" h="5076190" extrusionOk="0">
                <a:moveTo>
                  <a:pt x="6371209" y="1280842"/>
                </a:moveTo>
                <a:lnTo>
                  <a:pt x="6371093" y="1283293"/>
                </a:lnTo>
                <a:lnTo>
                  <a:pt x="6372801" y="1283293"/>
                </a:lnTo>
                <a:lnTo>
                  <a:pt x="6371209" y="1280842"/>
                </a:lnTo>
                <a:close/>
              </a:path>
            </a:pathLst>
          </a:custGeom>
          <a:solidFill>
            <a:srgbClr val="FF6300">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grpSp>
        <p:nvGrpSpPr>
          <p:cNvPr id="120" name="Google Shape;120;p44"/>
          <p:cNvGrpSpPr/>
          <p:nvPr/>
        </p:nvGrpSpPr>
        <p:grpSpPr>
          <a:xfrm>
            <a:off x="842011" y="1660908"/>
            <a:ext cx="2263846" cy="1677465"/>
            <a:chOff x="842011" y="2922401"/>
            <a:chExt cx="2263846" cy="1677465"/>
          </a:xfrm>
        </p:grpSpPr>
        <p:sp>
          <p:nvSpPr>
            <p:cNvPr id="121" name="Google Shape;121;p44"/>
            <p:cNvSpPr/>
            <p:nvPr/>
          </p:nvSpPr>
          <p:spPr>
            <a:xfrm>
              <a:off x="2217636" y="3278093"/>
              <a:ext cx="456687" cy="696967"/>
            </a:xfrm>
            <a:custGeom>
              <a:avLst/>
              <a:gdLst/>
              <a:ahLst/>
              <a:cxnLst/>
              <a:rect l="l" t="t" r="r" b="b"/>
              <a:pathLst>
                <a:path w="753110" h="1149350" extrusionOk="0">
                  <a:moveTo>
                    <a:pt x="752584" y="735841"/>
                  </a:moveTo>
                  <a:lnTo>
                    <a:pt x="559239" y="735841"/>
                  </a:lnTo>
                  <a:lnTo>
                    <a:pt x="559239" y="1148823"/>
                  </a:lnTo>
                  <a:lnTo>
                    <a:pt x="752584" y="1148823"/>
                  </a:lnTo>
                  <a:lnTo>
                    <a:pt x="752584" y="735841"/>
                  </a:lnTo>
                  <a:close/>
                </a:path>
                <a:path w="753110" h="1149350" extrusionOk="0">
                  <a:moveTo>
                    <a:pt x="425023" y="0"/>
                  </a:moveTo>
                  <a:lnTo>
                    <a:pt x="376784" y="1945"/>
                  </a:lnTo>
                  <a:lnTo>
                    <a:pt x="331143" y="7785"/>
                  </a:lnTo>
                  <a:lnTo>
                    <a:pt x="288103" y="17519"/>
                  </a:lnTo>
                  <a:lnTo>
                    <a:pt x="247667" y="31150"/>
                  </a:lnTo>
                  <a:lnTo>
                    <a:pt x="209965" y="48332"/>
                  </a:lnTo>
                  <a:lnTo>
                    <a:pt x="175166" y="68711"/>
                  </a:lnTo>
                  <a:lnTo>
                    <a:pt x="143262" y="92280"/>
                  </a:lnTo>
                  <a:lnTo>
                    <a:pt x="114247" y="119033"/>
                  </a:lnTo>
                  <a:lnTo>
                    <a:pt x="88285" y="148902"/>
                  </a:lnTo>
                  <a:lnTo>
                    <a:pt x="65516" y="181762"/>
                  </a:lnTo>
                  <a:lnTo>
                    <a:pt x="45942" y="217613"/>
                  </a:lnTo>
                  <a:lnTo>
                    <a:pt x="29569" y="256452"/>
                  </a:lnTo>
                  <a:lnTo>
                    <a:pt x="16627" y="297947"/>
                  </a:lnTo>
                  <a:lnTo>
                    <a:pt x="7387" y="341734"/>
                  </a:lnTo>
                  <a:lnTo>
                    <a:pt x="1846" y="387816"/>
                  </a:lnTo>
                  <a:lnTo>
                    <a:pt x="0" y="436196"/>
                  </a:lnTo>
                  <a:lnTo>
                    <a:pt x="1547" y="483839"/>
                  </a:lnTo>
                  <a:lnTo>
                    <a:pt x="6190" y="529281"/>
                  </a:lnTo>
                  <a:lnTo>
                    <a:pt x="13932" y="572521"/>
                  </a:lnTo>
                  <a:lnTo>
                    <a:pt x="24774" y="613562"/>
                  </a:lnTo>
                  <a:lnTo>
                    <a:pt x="38502" y="652110"/>
                  </a:lnTo>
                  <a:lnTo>
                    <a:pt x="54925" y="687858"/>
                  </a:lnTo>
                  <a:lnTo>
                    <a:pt x="95881" y="750971"/>
                  </a:lnTo>
                  <a:lnTo>
                    <a:pt x="147666" y="802209"/>
                  </a:lnTo>
                  <a:lnTo>
                    <a:pt x="210925" y="839649"/>
                  </a:lnTo>
                  <a:lnTo>
                    <a:pt x="257816" y="852869"/>
                  </a:lnTo>
                  <a:lnTo>
                    <a:pt x="309332" y="856956"/>
                  </a:lnTo>
                  <a:lnTo>
                    <a:pt x="360200" y="854060"/>
                  </a:lnTo>
                  <a:lnTo>
                    <a:pt x="405149" y="846329"/>
                  </a:lnTo>
                  <a:lnTo>
                    <a:pt x="472602" y="818111"/>
                  </a:lnTo>
                  <a:lnTo>
                    <a:pt x="509691" y="792269"/>
                  </a:lnTo>
                  <a:lnTo>
                    <a:pt x="541471" y="763230"/>
                  </a:lnTo>
                  <a:lnTo>
                    <a:pt x="559239" y="735841"/>
                  </a:lnTo>
                  <a:lnTo>
                    <a:pt x="752584" y="735841"/>
                  </a:lnTo>
                  <a:lnTo>
                    <a:pt x="752584" y="704627"/>
                  </a:lnTo>
                  <a:lnTo>
                    <a:pt x="401066" y="704627"/>
                  </a:lnTo>
                  <a:lnTo>
                    <a:pt x="351878" y="700133"/>
                  </a:lnTo>
                  <a:lnTo>
                    <a:pt x="309782" y="686651"/>
                  </a:lnTo>
                  <a:lnTo>
                    <a:pt x="274780" y="664182"/>
                  </a:lnTo>
                  <a:lnTo>
                    <a:pt x="246872" y="632724"/>
                  </a:lnTo>
                  <a:lnTo>
                    <a:pt x="225541" y="593679"/>
                  </a:lnTo>
                  <a:lnTo>
                    <a:pt x="210314" y="548446"/>
                  </a:lnTo>
                  <a:lnTo>
                    <a:pt x="201182" y="497021"/>
                  </a:lnTo>
                  <a:lnTo>
                    <a:pt x="198140" y="439400"/>
                  </a:lnTo>
                  <a:lnTo>
                    <a:pt x="201932" y="378936"/>
                  </a:lnTo>
                  <a:lnTo>
                    <a:pt x="213312" y="325361"/>
                  </a:lnTo>
                  <a:lnTo>
                    <a:pt x="232287" y="278674"/>
                  </a:lnTo>
                  <a:lnTo>
                    <a:pt x="258861" y="238872"/>
                  </a:lnTo>
                  <a:lnTo>
                    <a:pt x="292109" y="207067"/>
                  </a:lnTo>
                  <a:lnTo>
                    <a:pt x="331150" y="184345"/>
                  </a:lnTo>
                  <a:lnTo>
                    <a:pt x="375985" y="170708"/>
                  </a:lnTo>
                  <a:lnTo>
                    <a:pt x="426615" y="166162"/>
                  </a:lnTo>
                  <a:lnTo>
                    <a:pt x="752584" y="166162"/>
                  </a:lnTo>
                  <a:lnTo>
                    <a:pt x="752584" y="44731"/>
                  </a:lnTo>
                  <a:lnTo>
                    <a:pt x="689052" y="29170"/>
                  </a:lnTo>
                  <a:lnTo>
                    <a:pt x="651611" y="21677"/>
                  </a:lnTo>
                  <a:lnTo>
                    <a:pt x="610379" y="14386"/>
                  </a:lnTo>
                  <a:lnTo>
                    <a:pt x="566429" y="8088"/>
                  </a:lnTo>
                  <a:lnTo>
                    <a:pt x="520885" y="3592"/>
                  </a:lnTo>
                  <a:lnTo>
                    <a:pt x="473750" y="897"/>
                  </a:lnTo>
                  <a:lnTo>
                    <a:pt x="425023" y="0"/>
                  </a:lnTo>
                  <a:close/>
                </a:path>
                <a:path w="753110" h="1149350" extrusionOk="0">
                  <a:moveTo>
                    <a:pt x="752584" y="166162"/>
                  </a:moveTo>
                  <a:lnTo>
                    <a:pt x="426615" y="166162"/>
                  </a:lnTo>
                  <a:lnTo>
                    <a:pt x="450229" y="166414"/>
                  </a:lnTo>
                  <a:lnTo>
                    <a:pt x="471549" y="167168"/>
                  </a:lnTo>
                  <a:lnTo>
                    <a:pt x="522234" y="172213"/>
                  </a:lnTo>
                  <a:lnTo>
                    <a:pt x="559239" y="178947"/>
                  </a:lnTo>
                  <a:lnTo>
                    <a:pt x="559239" y="656702"/>
                  </a:lnTo>
                  <a:lnTo>
                    <a:pt x="511449" y="681719"/>
                  </a:lnTo>
                  <a:lnTo>
                    <a:pt x="469809" y="696102"/>
                  </a:lnTo>
                  <a:lnTo>
                    <a:pt x="424677" y="703682"/>
                  </a:lnTo>
                  <a:lnTo>
                    <a:pt x="401066" y="704627"/>
                  </a:lnTo>
                  <a:lnTo>
                    <a:pt x="752584" y="704627"/>
                  </a:lnTo>
                  <a:lnTo>
                    <a:pt x="752584" y="166162"/>
                  </a:lnTo>
                  <a:close/>
                </a:path>
              </a:pathLst>
            </a:custGeom>
            <a:solidFill>
              <a:srgbClr val="3B383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22" name="Google Shape;122;p44"/>
            <p:cNvSpPr/>
            <p:nvPr/>
          </p:nvSpPr>
          <p:spPr>
            <a:xfrm>
              <a:off x="1865763" y="3035472"/>
              <a:ext cx="264924" cy="762813"/>
            </a:xfrm>
            <a:custGeom>
              <a:avLst/>
              <a:gdLst/>
              <a:ahLst/>
              <a:cxnLst/>
              <a:rect l="l" t="t" r="r" b="b"/>
              <a:pathLst>
                <a:path w="436879" h="1257935" extrusionOk="0">
                  <a:moveTo>
                    <a:pt x="436751" y="680"/>
                  </a:moveTo>
                  <a:lnTo>
                    <a:pt x="293331" y="680"/>
                  </a:lnTo>
                  <a:lnTo>
                    <a:pt x="293331" y="1141"/>
                  </a:lnTo>
                  <a:lnTo>
                    <a:pt x="240783" y="7585"/>
                  </a:lnTo>
                  <a:lnTo>
                    <a:pt x="194712" y="20205"/>
                  </a:lnTo>
                  <a:lnTo>
                    <a:pt x="153907" y="38830"/>
                  </a:lnTo>
                  <a:lnTo>
                    <a:pt x="117155" y="63289"/>
                  </a:lnTo>
                  <a:lnTo>
                    <a:pt x="83243" y="93410"/>
                  </a:lnTo>
                  <a:lnTo>
                    <a:pt x="34990" y="159495"/>
                  </a:lnTo>
                  <a:lnTo>
                    <a:pt x="10291" y="223423"/>
                  </a:lnTo>
                  <a:lnTo>
                    <a:pt x="1257" y="271686"/>
                  </a:lnTo>
                  <a:lnTo>
                    <a:pt x="0" y="290776"/>
                  </a:lnTo>
                  <a:lnTo>
                    <a:pt x="0" y="1257930"/>
                  </a:lnTo>
                  <a:lnTo>
                    <a:pt x="199585" y="1257930"/>
                  </a:lnTo>
                  <a:lnTo>
                    <a:pt x="199585" y="554318"/>
                  </a:lnTo>
                  <a:lnTo>
                    <a:pt x="385286" y="554318"/>
                  </a:lnTo>
                  <a:lnTo>
                    <a:pt x="411735" y="544808"/>
                  </a:lnTo>
                  <a:lnTo>
                    <a:pt x="427380" y="526070"/>
                  </a:lnTo>
                  <a:lnTo>
                    <a:pt x="434845" y="507752"/>
                  </a:lnTo>
                  <a:lnTo>
                    <a:pt x="436751" y="499503"/>
                  </a:lnTo>
                  <a:lnTo>
                    <a:pt x="436751" y="356313"/>
                  </a:lnTo>
                  <a:lnTo>
                    <a:pt x="199585" y="356313"/>
                  </a:lnTo>
                  <a:lnTo>
                    <a:pt x="199585" y="303184"/>
                  </a:lnTo>
                  <a:lnTo>
                    <a:pt x="206925" y="255269"/>
                  </a:lnTo>
                  <a:lnTo>
                    <a:pt x="230914" y="225417"/>
                  </a:lnTo>
                  <a:lnTo>
                    <a:pt x="278314" y="201407"/>
                  </a:lnTo>
                  <a:lnTo>
                    <a:pt x="295090" y="198287"/>
                  </a:lnTo>
                  <a:lnTo>
                    <a:pt x="295676" y="198140"/>
                  </a:lnTo>
                  <a:lnTo>
                    <a:pt x="436751" y="198140"/>
                  </a:lnTo>
                  <a:lnTo>
                    <a:pt x="436751" y="680"/>
                  </a:lnTo>
                  <a:close/>
                </a:path>
                <a:path w="436879" h="1257935" extrusionOk="0">
                  <a:moveTo>
                    <a:pt x="385286" y="554318"/>
                  </a:moveTo>
                  <a:lnTo>
                    <a:pt x="199585" y="554318"/>
                  </a:lnTo>
                  <a:lnTo>
                    <a:pt x="329357" y="555998"/>
                  </a:lnTo>
                  <a:lnTo>
                    <a:pt x="357847" y="555578"/>
                  </a:lnTo>
                  <a:lnTo>
                    <a:pt x="385286" y="554318"/>
                  </a:lnTo>
                  <a:close/>
                </a:path>
                <a:path w="436879" h="1257935" extrusionOk="0">
                  <a:moveTo>
                    <a:pt x="322639" y="0"/>
                  </a:moveTo>
                  <a:lnTo>
                    <a:pt x="316524" y="0"/>
                  </a:lnTo>
                  <a:lnTo>
                    <a:pt x="310995" y="481"/>
                  </a:lnTo>
                  <a:lnTo>
                    <a:pt x="305132" y="680"/>
                  </a:lnTo>
                  <a:lnTo>
                    <a:pt x="349853" y="680"/>
                  </a:lnTo>
                  <a:lnTo>
                    <a:pt x="343467" y="401"/>
                  </a:lnTo>
                  <a:lnTo>
                    <a:pt x="336823" y="187"/>
                  </a:lnTo>
                  <a:lnTo>
                    <a:pt x="329890" y="48"/>
                  </a:lnTo>
                  <a:lnTo>
                    <a:pt x="322639" y="0"/>
                  </a:lnTo>
                  <a:close/>
                </a:path>
              </a:pathLst>
            </a:custGeom>
            <a:solidFill>
              <a:srgbClr val="3B383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23" name="Google Shape;123;p44"/>
            <p:cNvSpPr/>
            <p:nvPr/>
          </p:nvSpPr>
          <p:spPr>
            <a:xfrm>
              <a:off x="842011" y="2922404"/>
              <a:ext cx="269160" cy="1033128"/>
            </a:xfrm>
            <a:custGeom>
              <a:avLst/>
              <a:gdLst/>
              <a:ahLst/>
              <a:cxnLst/>
              <a:rect l="l" t="t" r="r" b="b"/>
              <a:pathLst>
                <a:path w="443864" h="1703704" extrusionOk="0">
                  <a:moveTo>
                    <a:pt x="417003" y="0"/>
                  </a:moveTo>
                  <a:lnTo>
                    <a:pt x="390396" y="18638"/>
                  </a:lnTo>
                  <a:lnTo>
                    <a:pt x="49181" y="242579"/>
                  </a:lnTo>
                  <a:lnTo>
                    <a:pt x="23633" y="263830"/>
                  </a:lnTo>
                  <a:lnTo>
                    <a:pt x="8711" y="285645"/>
                  </a:lnTo>
                  <a:lnTo>
                    <a:pt x="1729" y="309997"/>
                  </a:lnTo>
                  <a:lnTo>
                    <a:pt x="0" y="338858"/>
                  </a:lnTo>
                  <a:lnTo>
                    <a:pt x="0" y="1703581"/>
                  </a:lnTo>
                  <a:lnTo>
                    <a:pt x="410259" y="1429537"/>
                  </a:lnTo>
                  <a:lnTo>
                    <a:pt x="438450" y="1384419"/>
                  </a:lnTo>
                  <a:lnTo>
                    <a:pt x="443494" y="41349"/>
                  </a:lnTo>
                  <a:lnTo>
                    <a:pt x="434924" y="27330"/>
                  </a:lnTo>
                  <a:lnTo>
                    <a:pt x="426310" y="13956"/>
                  </a:lnTo>
                  <a:lnTo>
                    <a:pt x="419665" y="3941"/>
                  </a:lnTo>
                  <a:lnTo>
                    <a:pt x="417003" y="0"/>
                  </a:lnTo>
                  <a:close/>
                </a:path>
              </a:pathLst>
            </a:custGeom>
            <a:solidFill>
              <a:srgbClr val="FF63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24" name="Google Shape;124;p44"/>
            <p:cNvSpPr/>
            <p:nvPr/>
          </p:nvSpPr>
          <p:spPr>
            <a:xfrm>
              <a:off x="871976" y="2922401"/>
              <a:ext cx="814412" cy="1033128"/>
            </a:xfrm>
            <a:custGeom>
              <a:avLst/>
              <a:gdLst/>
              <a:ahLst/>
              <a:cxnLst/>
              <a:rect l="l" t="t" r="r" b="b"/>
              <a:pathLst>
                <a:path w="1343025" h="1703704" extrusionOk="0">
                  <a:moveTo>
                    <a:pt x="396888" y="0"/>
                  </a:moveTo>
                  <a:lnTo>
                    <a:pt x="365622" y="20083"/>
                  </a:lnTo>
                  <a:lnTo>
                    <a:pt x="365444" y="20177"/>
                  </a:lnTo>
                  <a:lnTo>
                    <a:pt x="338115" y="37726"/>
                  </a:lnTo>
                  <a:lnTo>
                    <a:pt x="338764" y="37758"/>
                  </a:lnTo>
                  <a:lnTo>
                    <a:pt x="32365" y="239741"/>
                  </a:lnTo>
                  <a:lnTo>
                    <a:pt x="10543" y="261350"/>
                  </a:lnTo>
                  <a:lnTo>
                    <a:pt x="0" y="287717"/>
                  </a:lnTo>
                  <a:lnTo>
                    <a:pt x="875" y="316658"/>
                  </a:lnTo>
                  <a:lnTo>
                    <a:pt x="13308" y="345989"/>
                  </a:lnTo>
                  <a:lnTo>
                    <a:pt x="911877" y="1673488"/>
                  </a:lnTo>
                  <a:lnTo>
                    <a:pt x="912768" y="1674357"/>
                  </a:lnTo>
                  <a:lnTo>
                    <a:pt x="913574" y="1675331"/>
                  </a:lnTo>
                  <a:lnTo>
                    <a:pt x="933175" y="1703592"/>
                  </a:lnTo>
                  <a:lnTo>
                    <a:pt x="1327792" y="1438479"/>
                  </a:lnTo>
                  <a:lnTo>
                    <a:pt x="1337870" y="1428821"/>
                  </a:lnTo>
                  <a:lnTo>
                    <a:pt x="1342955" y="1417047"/>
                  </a:lnTo>
                  <a:lnTo>
                    <a:pt x="1342827" y="1404246"/>
                  </a:lnTo>
                  <a:lnTo>
                    <a:pt x="1337268" y="1391507"/>
                  </a:lnTo>
                  <a:lnTo>
                    <a:pt x="423379" y="41359"/>
                  </a:lnTo>
                  <a:lnTo>
                    <a:pt x="396888" y="0"/>
                  </a:lnTo>
                  <a:close/>
                </a:path>
              </a:pathLst>
            </a:custGeom>
            <a:solidFill>
              <a:srgbClr val="CA001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25" name="Google Shape;125;p44"/>
            <p:cNvSpPr/>
            <p:nvPr/>
          </p:nvSpPr>
          <p:spPr>
            <a:xfrm>
              <a:off x="871597" y="2922401"/>
              <a:ext cx="257223" cy="575286"/>
            </a:xfrm>
            <a:custGeom>
              <a:avLst/>
              <a:gdLst/>
              <a:ahLst/>
              <a:cxnLst/>
              <a:rect l="l" t="t" r="r" b="b"/>
              <a:pathLst>
                <a:path w="424180" h="948689" extrusionOk="0">
                  <a:moveTo>
                    <a:pt x="397516" y="0"/>
                  </a:moveTo>
                  <a:lnTo>
                    <a:pt x="370910" y="18638"/>
                  </a:lnTo>
                  <a:lnTo>
                    <a:pt x="29695" y="242579"/>
                  </a:lnTo>
                  <a:lnTo>
                    <a:pt x="27978" y="243751"/>
                  </a:lnTo>
                  <a:lnTo>
                    <a:pt x="26344" y="244903"/>
                  </a:lnTo>
                  <a:lnTo>
                    <a:pt x="24742" y="246065"/>
                  </a:lnTo>
                  <a:lnTo>
                    <a:pt x="7594" y="267381"/>
                  </a:lnTo>
                  <a:lnTo>
                    <a:pt x="0" y="292269"/>
                  </a:lnTo>
                  <a:lnTo>
                    <a:pt x="2072" y="319036"/>
                  </a:lnTo>
                  <a:lnTo>
                    <a:pt x="13926" y="345989"/>
                  </a:lnTo>
                  <a:lnTo>
                    <a:pt x="421673" y="948369"/>
                  </a:lnTo>
                  <a:lnTo>
                    <a:pt x="424008" y="41359"/>
                  </a:lnTo>
                  <a:lnTo>
                    <a:pt x="397516" y="0"/>
                  </a:lnTo>
                  <a:close/>
                </a:path>
              </a:pathLst>
            </a:custGeom>
            <a:solidFill>
              <a:srgbClr val="B7000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26" name="Google Shape;126;p44"/>
            <p:cNvSpPr/>
            <p:nvPr/>
          </p:nvSpPr>
          <p:spPr>
            <a:xfrm>
              <a:off x="1437198" y="2924242"/>
              <a:ext cx="267235" cy="1031587"/>
            </a:xfrm>
            <a:custGeom>
              <a:avLst/>
              <a:gdLst/>
              <a:ahLst/>
              <a:cxnLst/>
              <a:rect l="l" t="t" r="r" b="b"/>
              <a:pathLst>
                <a:path w="440689" h="1701165" extrusionOk="0">
                  <a:moveTo>
                    <a:pt x="440101" y="0"/>
                  </a:moveTo>
                  <a:lnTo>
                    <a:pt x="44647" y="278776"/>
                  </a:lnTo>
                  <a:lnTo>
                    <a:pt x="11934" y="314125"/>
                  </a:lnTo>
                  <a:lnTo>
                    <a:pt x="0" y="373182"/>
                  </a:lnTo>
                  <a:lnTo>
                    <a:pt x="89" y="1363958"/>
                  </a:lnTo>
                  <a:lnTo>
                    <a:pt x="1078" y="1700555"/>
                  </a:lnTo>
                  <a:lnTo>
                    <a:pt x="404364" y="1430469"/>
                  </a:lnTo>
                  <a:lnTo>
                    <a:pt x="423593" y="1416058"/>
                  </a:lnTo>
                  <a:lnTo>
                    <a:pt x="434362" y="1402872"/>
                  </a:lnTo>
                  <a:lnTo>
                    <a:pt x="439066" y="1386856"/>
                  </a:lnTo>
                  <a:lnTo>
                    <a:pt x="440101" y="1363958"/>
                  </a:lnTo>
                  <a:lnTo>
                    <a:pt x="440101" y="0"/>
                  </a:lnTo>
                  <a:close/>
                </a:path>
              </a:pathLst>
            </a:custGeom>
            <a:solidFill>
              <a:srgbClr val="5697C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27" name="Google Shape;127;p44"/>
            <p:cNvSpPr/>
            <p:nvPr/>
          </p:nvSpPr>
          <p:spPr>
            <a:xfrm>
              <a:off x="1437195" y="3403221"/>
              <a:ext cx="249522" cy="552568"/>
            </a:xfrm>
            <a:custGeom>
              <a:avLst/>
              <a:gdLst/>
              <a:ahLst/>
              <a:cxnLst/>
              <a:rect l="l" t="t" r="r" b="b"/>
              <a:pathLst>
                <a:path w="411480" h="911225" extrusionOk="0">
                  <a:moveTo>
                    <a:pt x="0" y="0"/>
                  </a:moveTo>
                  <a:lnTo>
                    <a:pt x="0" y="543679"/>
                  </a:lnTo>
                  <a:lnTo>
                    <a:pt x="1088" y="910684"/>
                  </a:lnTo>
                  <a:lnTo>
                    <a:pt x="395987" y="646210"/>
                  </a:lnTo>
                  <a:lnTo>
                    <a:pt x="406022" y="636456"/>
                  </a:lnTo>
                  <a:lnTo>
                    <a:pt x="411009" y="624462"/>
                  </a:lnTo>
                  <a:lnTo>
                    <a:pt x="410784" y="611439"/>
                  </a:lnTo>
                  <a:lnTo>
                    <a:pt x="405181" y="598599"/>
                  </a:lnTo>
                  <a:lnTo>
                    <a:pt x="0" y="0"/>
                  </a:lnTo>
                  <a:close/>
                </a:path>
              </a:pathLst>
            </a:custGeom>
            <a:solidFill>
              <a:srgbClr val="423B9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28" name="Google Shape;128;p44"/>
            <p:cNvSpPr txBox="1"/>
            <p:nvPr/>
          </p:nvSpPr>
          <p:spPr>
            <a:xfrm>
              <a:off x="1840920" y="4110580"/>
              <a:ext cx="1264937" cy="489286"/>
            </a:xfrm>
            <a:prstGeom prst="rect">
              <a:avLst/>
            </a:prstGeom>
            <a:noFill/>
            <a:ln>
              <a:noFill/>
            </a:ln>
          </p:spPr>
          <p:txBody>
            <a:bodyPr spcFirstLastPara="1" wrap="square" lIns="0" tIns="52750" rIns="0" bIns="0" anchor="t" anchorCtr="0">
              <a:spAutoFit/>
            </a:bodyPr>
            <a:lstStyle/>
            <a:p>
              <a:pPr marL="7701" marR="3081" lvl="0" indent="0" algn="l" rtl="0">
                <a:lnSpc>
                  <a:spcPct val="100694"/>
                </a:lnSpc>
                <a:spcBef>
                  <a:spcPts val="0"/>
                </a:spcBef>
                <a:spcAft>
                  <a:spcPts val="0"/>
                </a:spcAft>
                <a:buClr>
                  <a:srgbClr val="000000"/>
                </a:buClr>
                <a:buSzPts val="1728"/>
                <a:buFont typeface="Arial"/>
                <a:buNone/>
              </a:pPr>
              <a:r>
                <a:rPr lang="es-ES" sz="1728" b="0" i="0" u="none" strike="noStrike" cap="none">
                  <a:solidFill>
                    <a:srgbClr val="3B383B"/>
                  </a:solidFill>
                  <a:latin typeface="Ubuntu"/>
                  <a:ea typeface="Ubuntu"/>
                  <a:cs typeface="Ubuntu"/>
                  <a:sym typeface="Ubuntu"/>
                </a:rPr>
                <a:t>reinventing  consulting</a:t>
              </a:r>
              <a:endParaRPr sz="1728" b="0" i="0" u="none" strike="noStrike" cap="none">
                <a:solidFill>
                  <a:srgbClr val="000000"/>
                </a:solidFill>
                <a:latin typeface="Ubuntu"/>
                <a:ea typeface="Ubuntu"/>
                <a:cs typeface="Ubuntu"/>
                <a:sym typeface="Ubuntu"/>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29"/>
        <p:cNvGrpSpPr/>
        <p:nvPr/>
      </p:nvGrpSpPr>
      <p:grpSpPr>
        <a:xfrm>
          <a:off x="0" y="0"/>
          <a:ext cx="0" cy="0"/>
          <a:chOff x="0" y="0"/>
          <a:chExt cx="0" cy="0"/>
        </a:xfrm>
      </p:grpSpPr>
      <p:sp>
        <p:nvSpPr>
          <p:cNvPr id="130" name="Google Shape;130;p45"/>
          <p:cNvSpPr txBox="1">
            <a:spLocks noGrp="1"/>
          </p:cNvSpPr>
          <p:nvPr>
            <p:ph type="title"/>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1" name="Google Shape;131;p45"/>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2" name="Google Shape;132;p45"/>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3" name="Google Shape;133;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4" name="Google Shape;134;p45"/>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30_Diseño personalizado">
  <p:cSld name="31_Diseño personalizado">
    <p:spTree>
      <p:nvGrpSpPr>
        <p:cNvPr id="1" name="Shape 135"/>
        <p:cNvGrpSpPr/>
        <p:nvPr/>
      </p:nvGrpSpPr>
      <p:grpSpPr>
        <a:xfrm>
          <a:off x="0" y="0"/>
          <a:ext cx="0" cy="0"/>
          <a:chOff x="0" y="0"/>
          <a:chExt cx="0" cy="0"/>
        </a:xfrm>
      </p:grpSpPr>
      <p:sp>
        <p:nvSpPr>
          <p:cNvPr id="136" name="Google Shape;136;p46"/>
          <p:cNvSpPr txBox="1">
            <a:spLocks noGrp="1"/>
          </p:cNvSpPr>
          <p:nvPr>
            <p:ph type="ctrTitle"/>
          </p:nvPr>
        </p:nvSpPr>
        <p:spPr>
          <a:xfrm>
            <a:off x="1685758" y="422385"/>
            <a:ext cx="9693442" cy="369332"/>
          </a:xfrm>
          <a:prstGeom prst="rect">
            <a:avLst/>
          </a:prstGeom>
          <a:noFill/>
          <a:ln>
            <a:noFill/>
          </a:ln>
        </p:spPr>
        <p:txBody>
          <a:bodyPr spcFirstLastPara="1" wrap="square" lIns="91425" tIns="0" rIns="91425" bIns="0" anchor="t" anchorCtr="0">
            <a:spAutoFit/>
          </a:bodyPr>
          <a:lstStyle>
            <a:lvl1pPr marR="0" lvl="0" algn="l" rtl="0">
              <a:lnSpc>
                <a:spcPct val="100000"/>
              </a:lnSpc>
              <a:spcBef>
                <a:spcPts val="0"/>
              </a:spcBef>
              <a:spcAft>
                <a:spcPts val="0"/>
              </a:spcAft>
              <a:buClr>
                <a:srgbClr val="434343"/>
              </a:buClr>
              <a:buSzPts val="2800"/>
              <a:buFont typeface="Ubuntu"/>
              <a:buNone/>
              <a:defRPr sz="2400" b="1" i="0" u="none" strike="noStrike" cap="none">
                <a:solidFill>
                  <a:srgbClr val="434343"/>
                </a:solidFill>
                <a:latin typeface="Ubuntu"/>
                <a:ea typeface="Ubuntu"/>
                <a:cs typeface="Ubuntu"/>
                <a:sym typeface="Ubuntu"/>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7" name="Google Shape;137;p46"/>
          <p:cNvSpPr txBox="1">
            <a:spLocks noGrp="1"/>
          </p:cNvSpPr>
          <p:nvPr>
            <p:ph type="body" idx="1"/>
          </p:nvPr>
        </p:nvSpPr>
        <p:spPr>
          <a:xfrm>
            <a:off x="1685758" y="858250"/>
            <a:ext cx="9693441" cy="249299"/>
          </a:xfrm>
          <a:prstGeom prst="rect">
            <a:avLst/>
          </a:prstGeom>
          <a:noFill/>
          <a:ln>
            <a:noFill/>
          </a:ln>
        </p:spPr>
        <p:txBody>
          <a:bodyPr spcFirstLastPara="1" wrap="square" lIns="91425" tIns="0" rIns="91425"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1" i="0" u="none" strike="noStrike" cap="none">
                <a:solidFill>
                  <a:srgbClr val="434343"/>
                </a:solidFill>
                <a:latin typeface="Ubuntu"/>
                <a:ea typeface="Ubuntu"/>
                <a:cs typeface="Ubuntu"/>
                <a:sym typeface="Ubuntu"/>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8" name="Google Shape;138;p46"/>
          <p:cNvSpPr txBox="1">
            <a:spLocks noGrp="1"/>
          </p:cNvSpPr>
          <p:nvPr>
            <p:ph type="body" idx="2"/>
          </p:nvPr>
        </p:nvSpPr>
        <p:spPr>
          <a:xfrm>
            <a:off x="404980" y="1212217"/>
            <a:ext cx="11412000" cy="5086949"/>
          </a:xfrm>
          <a:prstGeom prst="rect">
            <a:avLst/>
          </a:prstGeom>
          <a:noFill/>
          <a:ln>
            <a:noFill/>
          </a:ln>
        </p:spPr>
        <p:txBody>
          <a:bodyPr spcFirstLastPara="1" wrap="square" lIns="91425" tIns="91425" rIns="91425" bIns="91425" anchor="t" anchorCtr="0">
            <a:noAutofit/>
          </a:bodyPr>
          <a:lstStyle>
            <a:lvl1pPr marL="457200" marR="0" lvl="0" indent="-228600" algn="just" rtl="0">
              <a:lnSpc>
                <a:spcPct val="100000"/>
              </a:lnSpc>
              <a:spcBef>
                <a:spcPts val="600"/>
              </a:spcBef>
              <a:spcAft>
                <a:spcPts val="0"/>
              </a:spcAft>
              <a:buClr>
                <a:srgbClr val="000000"/>
              </a:buClr>
              <a:buSzPts val="1400"/>
              <a:buFont typeface="Arial"/>
              <a:buNone/>
              <a:defRPr sz="1400" b="0" i="0" u="none" strike="noStrike" cap="none">
                <a:solidFill>
                  <a:srgbClr val="434343"/>
                </a:solidFill>
                <a:latin typeface="Ubuntu"/>
                <a:ea typeface="Ubuntu"/>
                <a:cs typeface="Ubuntu"/>
                <a:sym typeface="Ubuntu"/>
              </a:defRPr>
            </a:lvl1pPr>
            <a:lvl2pPr marL="914400" marR="0" lvl="1" indent="-228600" algn="just" rtl="0">
              <a:lnSpc>
                <a:spcPct val="100000"/>
              </a:lnSpc>
              <a:spcBef>
                <a:spcPts val="600"/>
              </a:spcBef>
              <a:spcAft>
                <a:spcPts val="0"/>
              </a:spcAft>
              <a:buClr>
                <a:srgbClr val="000000"/>
              </a:buClr>
              <a:buSzPts val="1400"/>
              <a:buFont typeface="Arial"/>
              <a:buNone/>
              <a:defRPr sz="1400" b="0" i="0" u="none" strike="noStrike" cap="none">
                <a:solidFill>
                  <a:srgbClr val="000000"/>
                </a:solidFill>
                <a:latin typeface="Ubuntu"/>
                <a:ea typeface="Ubuntu"/>
                <a:cs typeface="Ubuntu"/>
                <a:sym typeface="Ubuntu"/>
              </a:defRPr>
            </a:lvl2pPr>
            <a:lvl3pPr marL="1371600" marR="0" lvl="2" indent="-228600" algn="just" rtl="0">
              <a:lnSpc>
                <a:spcPct val="100000"/>
              </a:lnSpc>
              <a:spcBef>
                <a:spcPts val="600"/>
              </a:spcBef>
              <a:spcAft>
                <a:spcPts val="0"/>
              </a:spcAft>
              <a:buClr>
                <a:srgbClr val="000000"/>
              </a:buClr>
              <a:buSzPts val="1400"/>
              <a:buFont typeface="Arial"/>
              <a:buNone/>
              <a:defRPr sz="1400" b="0" i="0" u="none" strike="noStrike" cap="none">
                <a:solidFill>
                  <a:srgbClr val="000000"/>
                </a:solidFill>
                <a:latin typeface="Ubuntu"/>
                <a:ea typeface="Ubuntu"/>
                <a:cs typeface="Ubuntu"/>
                <a:sym typeface="Ubuntu"/>
              </a:defRPr>
            </a:lvl3pPr>
            <a:lvl4pPr marL="1828800" marR="0" lvl="3" indent="-228600" algn="just" rtl="0">
              <a:lnSpc>
                <a:spcPct val="100000"/>
              </a:lnSpc>
              <a:spcBef>
                <a:spcPts val="600"/>
              </a:spcBef>
              <a:spcAft>
                <a:spcPts val="0"/>
              </a:spcAft>
              <a:buClr>
                <a:srgbClr val="000000"/>
              </a:buClr>
              <a:buSzPts val="1400"/>
              <a:buFont typeface="Arial"/>
              <a:buNone/>
              <a:defRPr sz="1400" b="0" i="0" u="none" strike="noStrike" cap="none">
                <a:solidFill>
                  <a:srgbClr val="000000"/>
                </a:solidFill>
                <a:latin typeface="Ubuntu"/>
                <a:ea typeface="Ubuntu"/>
                <a:cs typeface="Ubuntu"/>
                <a:sym typeface="Ubuntu"/>
              </a:defRPr>
            </a:lvl4pPr>
            <a:lvl5pPr marL="2286000" marR="0" lvl="4" indent="-228600" algn="just" rtl="0">
              <a:lnSpc>
                <a:spcPct val="100000"/>
              </a:lnSpc>
              <a:spcBef>
                <a:spcPts val="600"/>
              </a:spcBef>
              <a:spcAft>
                <a:spcPts val="0"/>
              </a:spcAft>
              <a:buClr>
                <a:srgbClr val="000000"/>
              </a:buClr>
              <a:buSzPts val="1400"/>
              <a:buFont typeface="Arial"/>
              <a:buNone/>
              <a:defRPr sz="1400" b="0" i="0" u="none" strike="noStrike" cap="none">
                <a:solidFill>
                  <a:srgbClr val="000000"/>
                </a:solidFill>
                <a:latin typeface="Ubuntu"/>
                <a:ea typeface="Ubuntu"/>
                <a:cs typeface="Ubuntu"/>
                <a:sym typeface="Ubuntu"/>
              </a:defRPr>
            </a:lvl5pPr>
            <a:lvl6pPr marL="2743200" marR="0" lvl="5" indent="-228600" algn="l" rtl="0">
              <a:lnSpc>
                <a:spcPct val="100000"/>
              </a:lnSpc>
              <a:spcBef>
                <a:spcPts val="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01">
  <p:cSld name="01">
    <p:spTree>
      <p:nvGrpSpPr>
        <p:cNvPr id="1" name="Shape 13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sldNum" idx="12"/>
          </p:nvPr>
        </p:nvSpPr>
        <p:spPr>
          <a:xfrm>
            <a:off x="11296251" y="6217622"/>
            <a:ext cx="731605"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9.png"/><Relationship Id="rId18" Type="http://schemas.openxmlformats.org/officeDocument/2006/relationships/customXml" Target="../ink/ink9.xml"/><Relationship Id="rId26" Type="http://schemas.openxmlformats.org/officeDocument/2006/relationships/customXml" Target="../ink/ink13.xml"/><Relationship Id="rId3" Type="http://schemas.openxmlformats.org/officeDocument/2006/relationships/image" Target="../media/image14.png"/><Relationship Id="rId21" Type="http://schemas.openxmlformats.org/officeDocument/2006/relationships/image" Target="../media/image23.png"/><Relationship Id="rId7" Type="http://schemas.openxmlformats.org/officeDocument/2006/relationships/image" Target="../media/image16.png"/><Relationship Id="rId12" Type="http://schemas.openxmlformats.org/officeDocument/2006/relationships/customXml" Target="../ink/ink6.xml"/><Relationship Id="rId17" Type="http://schemas.openxmlformats.org/officeDocument/2006/relationships/image" Target="../media/image21.png"/><Relationship Id="rId25" Type="http://schemas.openxmlformats.org/officeDocument/2006/relationships/image" Target="../media/image25.png"/><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18.png"/><Relationship Id="rId24" Type="http://schemas.openxmlformats.org/officeDocument/2006/relationships/customXml" Target="../ink/ink12.xml"/><Relationship Id="rId5" Type="http://schemas.openxmlformats.org/officeDocument/2006/relationships/image" Target="../media/image15.png"/><Relationship Id="rId15" Type="http://schemas.openxmlformats.org/officeDocument/2006/relationships/image" Target="../media/image20.png"/><Relationship Id="rId23" Type="http://schemas.openxmlformats.org/officeDocument/2006/relationships/image" Target="../media/image24.png"/><Relationship Id="rId10" Type="http://schemas.openxmlformats.org/officeDocument/2006/relationships/customXml" Target="../ink/ink5.xml"/><Relationship Id="rId19" Type="http://schemas.openxmlformats.org/officeDocument/2006/relationships/image" Target="../media/image22.png"/><Relationship Id="rId4" Type="http://schemas.openxmlformats.org/officeDocument/2006/relationships/customXml" Target="../ink/ink2.xml"/><Relationship Id="rId9" Type="http://schemas.openxmlformats.org/officeDocument/2006/relationships/image" Target="../media/image17.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2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docs.google.com/document/d/1gqSh9z0TXGlCZgCQn_kvZzPIWCEdMefxoWqISMAoOmE/edit#heading=h.75ax4i4q38ob"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2c81585f6b5_0_0"/>
          <p:cNvSpPr txBox="1">
            <a:spLocks noGrp="1"/>
          </p:cNvSpPr>
          <p:nvPr>
            <p:ph type="title"/>
          </p:nvPr>
        </p:nvSpPr>
        <p:spPr>
          <a:xfrm>
            <a:off x="9752830" y="960322"/>
            <a:ext cx="1478700" cy="1164300"/>
          </a:xfrm>
          <a:prstGeom prst="rect">
            <a:avLst/>
          </a:prstGeom>
          <a:noFill/>
          <a:ln>
            <a:noFill/>
          </a:ln>
        </p:spPr>
        <p:txBody>
          <a:bodyPr spcFirstLastPara="1" wrap="square" lIns="0" tIns="0" rIns="0" bIns="0" anchor="t" anchorCtr="0">
            <a:normAutofit/>
          </a:bodyPr>
          <a:lstStyle/>
          <a:p>
            <a:pPr marL="0" marR="0" lvl="0" indent="0" algn="r" rtl="0">
              <a:lnSpc>
                <a:spcPct val="90000"/>
              </a:lnSpc>
              <a:spcBef>
                <a:spcPts val="0"/>
              </a:spcBef>
              <a:spcAft>
                <a:spcPts val="0"/>
              </a:spcAft>
              <a:buClr>
                <a:srgbClr val="FFFFFF"/>
              </a:buClr>
              <a:buSzPts val="6500"/>
              <a:buFont typeface="Ubuntu Medium"/>
              <a:buNone/>
            </a:pPr>
            <a:r>
              <a:rPr lang="es-ES"/>
              <a:t>02</a:t>
            </a:r>
            <a:endParaRPr/>
          </a:p>
        </p:txBody>
      </p:sp>
      <p:sp>
        <p:nvSpPr>
          <p:cNvPr id="175" name="Google Shape;175;g2c81585f6b5_0_0"/>
          <p:cNvSpPr txBox="1">
            <a:spLocks noGrp="1"/>
          </p:cNvSpPr>
          <p:nvPr>
            <p:ph type="title" idx="2"/>
          </p:nvPr>
        </p:nvSpPr>
        <p:spPr>
          <a:xfrm>
            <a:off x="897558" y="3667021"/>
            <a:ext cx="7868700" cy="14406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FFFFFF"/>
              </a:buClr>
              <a:buSzPts val="6500"/>
              <a:buFont typeface="Ubuntu Medium"/>
              <a:buNone/>
            </a:pPr>
            <a:r>
              <a:rPr lang="es-ES" sz="5199"/>
              <a:t>Bases de datos Relacionales</a:t>
            </a:r>
            <a:endParaRPr>
              <a:solidFill>
                <a:schemeClr val="accent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Introducción</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4893647"/>
          </a:xfrm>
          <a:prstGeom prst="rect">
            <a:avLst/>
          </a:prstGeom>
          <a:noFill/>
        </p:spPr>
        <p:txBody>
          <a:bodyPr wrap="square" rtlCol="0">
            <a:spAutoFit/>
          </a:bodyPr>
          <a:lstStyle/>
          <a:p>
            <a:pPr marL="285750" indent="-285750">
              <a:buFont typeface="Arial" panose="020B0604020202020204" pitchFamily="34" charset="0"/>
              <a:buChar char="•"/>
            </a:pPr>
            <a:r>
              <a:rPr lang="es-ES" sz="2400" dirty="0">
                <a:latin typeface="Ubuntu" panose="020B0504030602030204" pitchFamily="34" charset="0"/>
              </a:rPr>
              <a:t>Las </a:t>
            </a:r>
            <a:r>
              <a:rPr lang="es-ES" sz="2400" b="1" dirty="0">
                <a:latin typeface="Ubuntu" panose="020B0504030602030204" pitchFamily="34" charset="0"/>
              </a:rPr>
              <a:t>bases de datos relacionales</a:t>
            </a:r>
            <a:r>
              <a:rPr lang="es-ES" sz="2400" dirty="0">
                <a:latin typeface="Ubuntu" panose="020B0504030602030204" pitchFamily="34" charset="0"/>
              </a:rPr>
              <a:t> almacenan y proporcionan acceso a puntos de datos relacionados entre sí.</a:t>
            </a:r>
          </a:p>
          <a:p>
            <a:pPr marL="285750" indent="-285750">
              <a:buFont typeface="Arial" panose="020B0604020202020204" pitchFamily="34" charset="0"/>
              <a:buChar char="•"/>
            </a:pPr>
            <a:r>
              <a:rPr lang="es-ES" sz="2400" dirty="0">
                <a:latin typeface="Ubuntu" panose="020B0504030602030204" pitchFamily="34" charset="0"/>
              </a:rPr>
              <a:t>Basadas en el </a:t>
            </a:r>
            <a:r>
              <a:rPr lang="es-ES" sz="2400" b="1" dirty="0">
                <a:latin typeface="Ubuntu" panose="020B0504030602030204" pitchFamily="34" charset="0"/>
              </a:rPr>
              <a:t>modelo relacional</a:t>
            </a:r>
            <a:r>
              <a:rPr lang="es-ES" sz="2400" dirty="0">
                <a:latin typeface="Ubuntu" panose="020B0504030602030204" pitchFamily="34" charset="0"/>
              </a:rPr>
              <a:t>: cada fila en una tabla es un registro con identificación única (</a:t>
            </a:r>
            <a:r>
              <a:rPr lang="es-ES" sz="2400" b="1" dirty="0">
                <a:latin typeface="Ubuntu" panose="020B0504030602030204" pitchFamily="34" charset="0"/>
              </a:rPr>
              <a:t>clave</a:t>
            </a:r>
            <a:r>
              <a:rPr lang="es-ES" sz="2400" dirty="0">
                <a:latin typeface="Ubuntu" panose="020B0504030602030204" pitchFamily="34" charset="0"/>
              </a:rPr>
              <a:t>). Las columnas de la tabla contienen los atributos de los datos y cada registro suele tener un valor en cada atributo. Esto simplifica la creación de relaciones entre los puntos de datos.</a:t>
            </a:r>
          </a:p>
          <a:p>
            <a:pPr marL="285750" indent="-285750">
              <a:buFont typeface="Arial" panose="020B0604020202020204" pitchFamily="34" charset="0"/>
              <a:buChar char="•"/>
            </a:pPr>
            <a:r>
              <a:rPr lang="es-ES" sz="2400" dirty="0">
                <a:latin typeface="Ubuntu" panose="020B0504030602030204" pitchFamily="34" charset="0"/>
              </a:rPr>
              <a:t>Este modelo es muy útil para mantener la uniformidad de los datos en todas las aplicaciones y copias de la base de datos.</a:t>
            </a:r>
          </a:p>
          <a:p>
            <a:pPr marL="285750" indent="-285750">
              <a:buFont typeface="Arial" panose="020B0604020202020204" pitchFamily="34" charset="0"/>
              <a:buChar char="•"/>
            </a:pPr>
            <a:endParaRPr lang="es-ES" sz="2400" dirty="0">
              <a:latin typeface="Ubuntu" panose="020B0504030602030204" pitchFamily="34" charset="0"/>
            </a:endParaRPr>
          </a:p>
          <a:p>
            <a:r>
              <a:rPr lang="es-ES" sz="2400" dirty="0">
                <a:latin typeface="Ubuntu" panose="020B0504030602030204" pitchFamily="34" charset="0"/>
              </a:rPr>
              <a:t>Para gestionarlas, se usa un RDBMS (sistema de gestión de bases de datos relacionales). Todos los RDBMS usan algún dialecto de SQL para consultar y mantener la base de datos.</a:t>
            </a:r>
          </a:p>
        </p:txBody>
      </p:sp>
    </p:spTree>
    <p:extLst>
      <p:ext uri="{BB962C8B-B14F-4D97-AF65-F5344CB8AC3E}">
        <p14:creationId xmlns:p14="http://schemas.microsoft.com/office/powerpoint/2010/main" val="3959874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Conceptos básicos</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3785652"/>
          </a:xfrm>
          <a:prstGeom prst="rect">
            <a:avLst/>
          </a:prstGeom>
          <a:noFill/>
        </p:spPr>
        <p:txBody>
          <a:bodyPr wrap="square" rtlCol="0">
            <a:spAutoFit/>
          </a:bodyPr>
          <a:lstStyle/>
          <a:p>
            <a:pPr marL="285750" indent="-285750">
              <a:buFont typeface="Arial" panose="020B0604020202020204" pitchFamily="34" charset="0"/>
              <a:buChar char="•"/>
            </a:pPr>
            <a:r>
              <a:rPr lang="es-ES" sz="2400" dirty="0">
                <a:latin typeface="Ubuntu" panose="020B0504030602030204" pitchFamily="34" charset="0"/>
              </a:rPr>
              <a:t>Una base de datos se compone de varias </a:t>
            </a:r>
            <a:r>
              <a:rPr lang="es-ES" sz="2400" b="1" dirty="0">
                <a:latin typeface="Ubuntu" panose="020B0504030602030204" pitchFamily="34" charset="0"/>
              </a:rPr>
              <a:t>tablas</a:t>
            </a:r>
            <a:r>
              <a:rPr lang="es-ES" sz="2400" dirty="0">
                <a:latin typeface="Ubuntu" panose="020B0504030602030204" pitchFamily="34" charset="0"/>
              </a:rPr>
              <a:t>, denominadas </a:t>
            </a:r>
            <a:r>
              <a:rPr lang="es-ES" sz="2400" b="1" dirty="0">
                <a:latin typeface="Ubuntu" panose="020B0504030602030204" pitchFamily="34" charset="0"/>
              </a:rPr>
              <a:t>relaciones</a:t>
            </a:r>
            <a:r>
              <a:rPr lang="es-ES" sz="2400" dirty="0">
                <a:latin typeface="Ubuntu" panose="020B0504030602030204" pitchFamily="34" charset="0"/>
              </a:rPr>
              <a:t>.</a:t>
            </a:r>
          </a:p>
          <a:p>
            <a:pPr marL="285750" indent="-285750">
              <a:buFont typeface="Arial" panose="020B0604020202020204" pitchFamily="34" charset="0"/>
              <a:buChar char="•"/>
            </a:pPr>
            <a:endParaRPr lang="es-ES" sz="2400" dirty="0">
              <a:latin typeface="Ubuntu" panose="020B0504030602030204" pitchFamily="34" charset="0"/>
            </a:endParaRPr>
          </a:p>
          <a:p>
            <a:pPr marL="285750" indent="-285750">
              <a:buFont typeface="Arial" panose="020B0604020202020204" pitchFamily="34" charset="0"/>
              <a:buChar char="•"/>
            </a:pPr>
            <a:r>
              <a:rPr lang="es-ES" sz="2400" dirty="0">
                <a:latin typeface="Ubuntu" panose="020B0504030602030204" pitchFamily="34" charset="0"/>
              </a:rPr>
              <a:t>No pueden existir dos tablas con el mismo nombre ni registro.</a:t>
            </a:r>
          </a:p>
          <a:p>
            <a:pPr marL="285750" indent="-285750">
              <a:buFont typeface="Arial" panose="020B0604020202020204" pitchFamily="34" charset="0"/>
              <a:buChar char="•"/>
            </a:pPr>
            <a:endParaRPr lang="es-ES" sz="2400" dirty="0">
              <a:latin typeface="Ubuntu" panose="020B0504030602030204" pitchFamily="34" charset="0"/>
            </a:endParaRPr>
          </a:p>
          <a:p>
            <a:pPr marL="285750" indent="-285750">
              <a:buFont typeface="Arial" panose="020B0604020202020204" pitchFamily="34" charset="0"/>
              <a:buChar char="•"/>
            </a:pPr>
            <a:r>
              <a:rPr lang="es-ES" sz="2400" dirty="0">
                <a:latin typeface="Ubuntu" panose="020B0504030602030204" pitchFamily="34" charset="0"/>
              </a:rPr>
              <a:t>Cada tabla es a su vez un conjunto de </a:t>
            </a:r>
            <a:r>
              <a:rPr lang="es-ES" sz="2400" b="1" dirty="0">
                <a:latin typeface="Ubuntu" panose="020B0504030602030204" pitchFamily="34" charset="0"/>
              </a:rPr>
              <a:t>campos</a:t>
            </a:r>
            <a:r>
              <a:rPr lang="es-ES" sz="2400" dirty="0">
                <a:latin typeface="Ubuntu" panose="020B0504030602030204" pitchFamily="34" charset="0"/>
              </a:rPr>
              <a:t> (columnas) y </a:t>
            </a:r>
            <a:r>
              <a:rPr lang="es-ES" sz="2400" b="1" dirty="0">
                <a:latin typeface="Ubuntu" panose="020B0504030602030204" pitchFamily="34" charset="0"/>
              </a:rPr>
              <a:t>registros</a:t>
            </a:r>
            <a:r>
              <a:rPr lang="es-ES" sz="2400" dirty="0">
                <a:latin typeface="Ubuntu" panose="020B0504030602030204" pitchFamily="34" charset="0"/>
              </a:rPr>
              <a:t> (filas).</a:t>
            </a:r>
          </a:p>
          <a:p>
            <a:pPr marL="285750" indent="-285750">
              <a:buFont typeface="Arial" panose="020B0604020202020204" pitchFamily="34" charset="0"/>
              <a:buChar char="•"/>
            </a:pPr>
            <a:endParaRPr lang="es-ES" sz="2400" dirty="0">
              <a:latin typeface="Ubuntu" panose="020B0504030602030204" pitchFamily="34" charset="0"/>
            </a:endParaRPr>
          </a:p>
          <a:p>
            <a:pPr marL="285750" indent="-285750">
              <a:buFont typeface="Arial" panose="020B0604020202020204" pitchFamily="34" charset="0"/>
              <a:buChar char="•"/>
            </a:pPr>
            <a:r>
              <a:rPr lang="es-ES" sz="2400" dirty="0">
                <a:latin typeface="Ubuntu" panose="020B0504030602030204" pitchFamily="34" charset="0"/>
              </a:rPr>
              <a:t>La </a:t>
            </a:r>
            <a:r>
              <a:rPr lang="es-ES" sz="2400" b="1" dirty="0">
                <a:latin typeface="Ubuntu" panose="020B0504030602030204" pitchFamily="34" charset="0"/>
              </a:rPr>
              <a:t>relación </a:t>
            </a:r>
            <a:r>
              <a:rPr lang="es-ES" sz="2400" dirty="0">
                <a:latin typeface="Ubuntu" panose="020B0504030602030204" pitchFamily="34" charset="0"/>
              </a:rPr>
              <a:t>entre dos tablas se lleva a cabo mediante </a:t>
            </a:r>
            <a:r>
              <a:rPr lang="es-ES" sz="2400" b="1" dirty="0">
                <a:latin typeface="Ubuntu" panose="020B0504030602030204" pitchFamily="34" charset="0"/>
              </a:rPr>
              <a:t>claves primarias</a:t>
            </a:r>
            <a:r>
              <a:rPr lang="es-ES" sz="2400" dirty="0">
                <a:latin typeface="Ubuntu" panose="020B0504030602030204" pitchFamily="34" charset="0"/>
              </a:rPr>
              <a:t> y </a:t>
            </a:r>
            <a:r>
              <a:rPr lang="es-ES" sz="2400" b="1" dirty="0">
                <a:latin typeface="Ubuntu" panose="020B0504030602030204" pitchFamily="34" charset="0"/>
              </a:rPr>
              <a:t>claves foráneas</a:t>
            </a:r>
            <a:r>
              <a:rPr lang="es-ES" sz="2400" dirty="0">
                <a:latin typeface="Ubuntu" panose="020B0504030602030204" pitchFamily="34" charset="0"/>
              </a:rPr>
              <a:t>.</a:t>
            </a:r>
          </a:p>
        </p:txBody>
      </p:sp>
    </p:spTree>
    <p:extLst>
      <p:ext uri="{BB962C8B-B14F-4D97-AF65-F5344CB8AC3E}">
        <p14:creationId xmlns:p14="http://schemas.microsoft.com/office/powerpoint/2010/main" val="4058564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Claves primarias y foráneas</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3046988"/>
          </a:xfrm>
          <a:prstGeom prst="rect">
            <a:avLst/>
          </a:prstGeom>
          <a:noFill/>
        </p:spPr>
        <p:txBody>
          <a:bodyPr wrap="square" rtlCol="0">
            <a:spAutoFit/>
          </a:bodyPr>
          <a:lstStyle/>
          <a:p>
            <a:r>
              <a:rPr lang="es-ES" sz="2400" dirty="0">
                <a:latin typeface="Ubuntu" panose="020B0504030602030204" pitchFamily="34" charset="0"/>
              </a:rPr>
              <a:t>Las </a:t>
            </a:r>
            <a:r>
              <a:rPr lang="es-ES" sz="2400" b="1" dirty="0">
                <a:latin typeface="Ubuntu" panose="020B0504030602030204" pitchFamily="34" charset="0"/>
              </a:rPr>
              <a:t>claves primarias</a:t>
            </a:r>
            <a:r>
              <a:rPr lang="es-ES" sz="2400" dirty="0">
                <a:latin typeface="Ubuntu" panose="020B0504030602030204" pitchFamily="34" charset="0"/>
              </a:rPr>
              <a:t> son la clave principal de un registro dentro de una tabla, que identifica a ese registro y lo distingue del resto. Ha de cumplir con la </a:t>
            </a:r>
            <a:r>
              <a:rPr lang="es-ES" sz="2400" b="1" dirty="0">
                <a:latin typeface="Ubuntu" panose="020B0504030602030204" pitchFamily="34" charset="0"/>
              </a:rPr>
              <a:t>integridad de datos</a:t>
            </a:r>
            <a:r>
              <a:rPr lang="es-ES" sz="2400" dirty="0">
                <a:latin typeface="Ubuntu" panose="020B0504030602030204" pitchFamily="34" charset="0"/>
              </a:rPr>
              <a:t>.</a:t>
            </a:r>
          </a:p>
          <a:p>
            <a:endParaRPr lang="es-ES" sz="2400" dirty="0">
              <a:latin typeface="Ubuntu" panose="020B0504030602030204" pitchFamily="34" charset="0"/>
            </a:endParaRPr>
          </a:p>
          <a:p>
            <a:r>
              <a:rPr lang="es-ES" sz="2400" dirty="0">
                <a:latin typeface="Ubuntu" panose="020B0504030602030204" pitchFamily="34" charset="0"/>
              </a:rPr>
              <a:t>Las </a:t>
            </a:r>
            <a:r>
              <a:rPr lang="es-ES" sz="2400" b="1" dirty="0">
                <a:latin typeface="Ubuntu" panose="020B0504030602030204" pitchFamily="34" charset="0"/>
              </a:rPr>
              <a:t>claves foráneas</a:t>
            </a:r>
            <a:r>
              <a:rPr lang="es-ES" sz="2400" dirty="0">
                <a:latin typeface="Ubuntu" panose="020B0504030602030204" pitchFamily="34" charset="0"/>
              </a:rPr>
              <a:t> se colocan en la tabla que vamos a relacionar con la anterior, conteniendo el </a:t>
            </a:r>
            <a:r>
              <a:rPr lang="es-ES" sz="2400" b="1" dirty="0">
                <a:latin typeface="Ubuntu" panose="020B0504030602030204" pitchFamily="34" charset="0"/>
              </a:rPr>
              <a:t>mismo valor</a:t>
            </a:r>
            <a:r>
              <a:rPr lang="es-ES" sz="2400" dirty="0">
                <a:latin typeface="Ubuntu" panose="020B0504030602030204" pitchFamily="34" charset="0"/>
              </a:rPr>
              <a:t> que la clave primaria del registro con el que vamos a relacionar, y por medios de ellas se realizan las </a:t>
            </a:r>
            <a:r>
              <a:rPr lang="es-ES" sz="2400" b="1" dirty="0">
                <a:latin typeface="Ubuntu" panose="020B0504030602030204" pitchFamily="34" charset="0"/>
              </a:rPr>
              <a:t>formas relacionales</a:t>
            </a:r>
            <a:r>
              <a:rPr lang="es-ES" sz="2400" dirty="0">
                <a:latin typeface="Ubuntu" panose="020B0504030602030204" pitchFamily="34" charset="0"/>
              </a:rPr>
              <a:t>.</a:t>
            </a:r>
          </a:p>
        </p:txBody>
      </p:sp>
    </p:spTree>
    <p:extLst>
      <p:ext uri="{BB962C8B-B14F-4D97-AF65-F5344CB8AC3E}">
        <p14:creationId xmlns:p14="http://schemas.microsoft.com/office/powerpoint/2010/main" val="4240489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E4F8B0-944B-EFDC-5139-B54106C3F118}"/>
              </a:ext>
            </a:extLst>
          </p:cNvPr>
          <p:cNvSpPr>
            <a:spLocks noGrp="1"/>
          </p:cNvSpPr>
          <p:nvPr>
            <p:ph type="title"/>
          </p:nvPr>
        </p:nvSpPr>
        <p:spPr/>
        <p:txBody>
          <a:bodyPr/>
          <a:lstStyle/>
          <a:p>
            <a:r>
              <a:rPr lang="es-ES" dirty="0"/>
              <a:t>Claves primarias y foráneas: ejemplo</a:t>
            </a:r>
          </a:p>
        </p:txBody>
      </p:sp>
      <p:graphicFrame>
        <p:nvGraphicFramePr>
          <p:cNvPr id="3" name="Tabla 2">
            <a:extLst>
              <a:ext uri="{FF2B5EF4-FFF2-40B4-BE49-F238E27FC236}">
                <a16:creationId xmlns:a16="http://schemas.microsoft.com/office/drawing/2014/main" id="{23BE94F0-3E00-D441-8A90-2C5F27F2E515}"/>
              </a:ext>
            </a:extLst>
          </p:cNvPr>
          <p:cNvGraphicFramePr>
            <a:graphicFrameLocks noGrp="1"/>
          </p:cNvGraphicFramePr>
          <p:nvPr>
            <p:extLst>
              <p:ext uri="{D42A27DB-BD31-4B8C-83A1-F6EECF244321}">
                <p14:modId xmlns:p14="http://schemas.microsoft.com/office/powerpoint/2010/main" val="2330725109"/>
              </p:ext>
            </p:extLst>
          </p:nvPr>
        </p:nvGraphicFramePr>
        <p:xfrm>
          <a:off x="602695" y="1509778"/>
          <a:ext cx="8127999" cy="148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494962696"/>
                    </a:ext>
                  </a:extLst>
                </a:gridCol>
                <a:gridCol w="2709333">
                  <a:extLst>
                    <a:ext uri="{9D8B030D-6E8A-4147-A177-3AD203B41FA5}">
                      <a16:colId xmlns:a16="http://schemas.microsoft.com/office/drawing/2014/main" val="2711157323"/>
                    </a:ext>
                  </a:extLst>
                </a:gridCol>
                <a:gridCol w="2709333">
                  <a:extLst>
                    <a:ext uri="{9D8B030D-6E8A-4147-A177-3AD203B41FA5}">
                      <a16:colId xmlns:a16="http://schemas.microsoft.com/office/drawing/2014/main" val="2638137906"/>
                    </a:ext>
                  </a:extLst>
                </a:gridCol>
              </a:tblGrid>
              <a:tr h="370840">
                <a:tc>
                  <a:txBody>
                    <a:bodyPr/>
                    <a:lstStyle/>
                    <a:p>
                      <a:r>
                        <a:rPr lang="es-ES" dirty="0" err="1">
                          <a:latin typeface="Ubuntu" panose="020B0504030602030204" pitchFamily="34" charset="0"/>
                        </a:rPr>
                        <a:t>idEmpleado</a:t>
                      </a:r>
                      <a:endParaRPr lang="es-ES" dirty="0">
                        <a:latin typeface="Ubuntu" panose="020B0504030602030204" pitchFamily="34" charset="0"/>
                      </a:endParaRPr>
                    </a:p>
                  </a:txBody>
                  <a:tcPr/>
                </a:tc>
                <a:tc>
                  <a:txBody>
                    <a:bodyPr/>
                    <a:lstStyle/>
                    <a:p>
                      <a:r>
                        <a:rPr lang="es-ES" dirty="0">
                          <a:latin typeface="Ubuntu" panose="020B0504030602030204" pitchFamily="34" charset="0"/>
                        </a:rPr>
                        <a:t>Nombre</a:t>
                      </a:r>
                    </a:p>
                  </a:txBody>
                  <a:tcPr/>
                </a:tc>
                <a:tc>
                  <a:txBody>
                    <a:bodyPr/>
                    <a:lstStyle/>
                    <a:p>
                      <a:r>
                        <a:rPr lang="es-ES" dirty="0" err="1">
                          <a:latin typeface="Ubuntu" panose="020B0504030602030204" pitchFamily="34" charset="0"/>
                        </a:rPr>
                        <a:t>idDepartamento</a:t>
                      </a:r>
                      <a:endParaRPr lang="es-ES" dirty="0">
                        <a:latin typeface="Ubuntu" panose="020B0504030602030204" pitchFamily="34" charset="0"/>
                      </a:endParaRPr>
                    </a:p>
                  </a:txBody>
                  <a:tcPr/>
                </a:tc>
                <a:extLst>
                  <a:ext uri="{0D108BD9-81ED-4DB2-BD59-A6C34878D82A}">
                    <a16:rowId xmlns:a16="http://schemas.microsoft.com/office/drawing/2014/main" val="1312885530"/>
                  </a:ext>
                </a:extLst>
              </a:tr>
              <a:tr h="370840">
                <a:tc>
                  <a:txBody>
                    <a:bodyPr/>
                    <a:lstStyle/>
                    <a:p>
                      <a:r>
                        <a:rPr lang="es-ES" dirty="0">
                          <a:latin typeface="Ubuntu" panose="020B0504030602030204" pitchFamily="34" charset="0"/>
                        </a:rPr>
                        <a:t>1</a:t>
                      </a:r>
                    </a:p>
                  </a:txBody>
                  <a:tcPr/>
                </a:tc>
                <a:tc>
                  <a:txBody>
                    <a:bodyPr/>
                    <a:lstStyle/>
                    <a:p>
                      <a:r>
                        <a:rPr lang="es-ES" dirty="0">
                          <a:latin typeface="Ubuntu" panose="020B0504030602030204" pitchFamily="34" charset="0"/>
                        </a:rPr>
                        <a:t>Carlos</a:t>
                      </a:r>
                    </a:p>
                  </a:txBody>
                  <a:tcPr/>
                </a:tc>
                <a:tc>
                  <a:txBody>
                    <a:bodyPr/>
                    <a:lstStyle/>
                    <a:p>
                      <a:r>
                        <a:rPr lang="es-ES" dirty="0">
                          <a:latin typeface="Ubuntu" panose="020B0504030602030204" pitchFamily="34" charset="0"/>
                        </a:rPr>
                        <a:t>1</a:t>
                      </a:r>
                    </a:p>
                  </a:txBody>
                  <a:tcPr/>
                </a:tc>
                <a:extLst>
                  <a:ext uri="{0D108BD9-81ED-4DB2-BD59-A6C34878D82A}">
                    <a16:rowId xmlns:a16="http://schemas.microsoft.com/office/drawing/2014/main" val="1851847204"/>
                  </a:ext>
                </a:extLst>
              </a:tr>
              <a:tr h="370840">
                <a:tc>
                  <a:txBody>
                    <a:bodyPr/>
                    <a:lstStyle/>
                    <a:p>
                      <a:r>
                        <a:rPr lang="es-ES" dirty="0">
                          <a:latin typeface="Ubuntu" panose="020B0504030602030204" pitchFamily="34" charset="0"/>
                        </a:rPr>
                        <a:t>2</a:t>
                      </a:r>
                    </a:p>
                  </a:txBody>
                  <a:tcPr/>
                </a:tc>
                <a:tc>
                  <a:txBody>
                    <a:bodyPr/>
                    <a:lstStyle/>
                    <a:p>
                      <a:r>
                        <a:rPr lang="es-ES" dirty="0">
                          <a:latin typeface="Ubuntu" panose="020B0504030602030204" pitchFamily="34" charset="0"/>
                        </a:rPr>
                        <a:t>Javier</a:t>
                      </a:r>
                    </a:p>
                  </a:txBody>
                  <a:tcPr/>
                </a:tc>
                <a:tc>
                  <a:txBody>
                    <a:bodyPr/>
                    <a:lstStyle/>
                    <a:p>
                      <a:r>
                        <a:rPr lang="es-ES" dirty="0">
                          <a:latin typeface="Ubuntu" panose="020B0504030602030204" pitchFamily="34" charset="0"/>
                        </a:rPr>
                        <a:t>2</a:t>
                      </a:r>
                    </a:p>
                  </a:txBody>
                  <a:tcPr/>
                </a:tc>
                <a:extLst>
                  <a:ext uri="{0D108BD9-81ED-4DB2-BD59-A6C34878D82A}">
                    <a16:rowId xmlns:a16="http://schemas.microsoft.com/office/drawing/2014/main" val="3084126246"/>
                  </a:ext>
                </a:extLst>
              </a:tr>
              <a:tr h="370840">
                <a:tc>
                  <a:txBody>
                    <a:bodyPr/>
                    <a:lstStyle/>
                    <a:p>
                      <a:r>
                        <a:rPr lang="es-ES" dirty="0">
                          <a:latin typeface="Ubuntu" panose="020B0504030602030204" pitchFamily="34" charset="0"/>
                        </a:rPr>
                        <a:t>3</a:t>
                      </a:r>
                    </a:p>
                  </a:txBody>
                  <a:tcPr/>
                </a:tc>
                <a:tc>
                  <a:txBody>
                    <a:bodyPr/>
                    <a:lstStyle/>
                    <a:p>
                      <a:r>
                        <a:rPr lang="es-ES" dirty="0">
                          <a:latin typeface="Ubuntu" panose="020B0504030602030204" pitchFamily="34" charset="0"/>
                        </a:rPr>
                        <a:t>Juan</a:t>
                      </a:r>
                    </a:p>
                  </a:txBody>
                  <a:tcPr/>
                </a:tc>
                <a:tc>
                  <a:txBody>
                    <a:bodyPr/>
                    <a:lstStyle/>
                    <a:p>
                      <a:r>
                        <a:rPr lang="es-ES" dirty="0">
                          <a:latin typeface="Ubuntu" panose="020B0504030602030204" pitchFamily="34" charset="0"/>
                        </a:rPr>
                        <a:t>1</a:t>
                      </a:r>
                    </a:p>
                  </a:txBody>
                  <a:tcPr/>
                </a:tc>
                <a:extLst>
                  <a:ext uri="{0D108BD9-81ED-4DB2-BD59-A6C34878D82A}">
                    <a16:rowId xmlns:a16="http://schemas.microsoft.com/office/drawing/2014/main" val="342227866"/>
                  </a:ext>
                </a:extLst>
              </a:tr>
            </a:tbl>
          </a:graphicData>
        </a:graphic>
      </p:graphicFrame>
      <p:graphicFrame>
        <p:nvGraphicFramePr>
          <p:cNvPr id="4" name="Tabla 3">
            <a:extLst>
              <a:ext uri="{FF2B5EF4-FFF2-40B4-BE49-F238E27FC236}">
                <a16:creationId xmlns:a16="http://schemas.microsoft.com/office/drawing/2014/main" id="{EB5A0BA0-7B6B-1681-B823-7750BEE94DAE}"/>
              </a:ext>
            </a:extLst>
          </p:cNvPr>
          <p:cNvGraphicFramePr>
            <a:graphicFrameLocks noGrp="1"/>
          </p:cNvGraphicFramePr>
          <p:nvPr>
            <p:extLst>
              <p:ext uri="{D42A27DB-BD31-4B8C-83A1-F6EECF244321}">
                <p14:modId xmlns:p14="http://schemas.microsoft.com/office/powerpoint/2010/main" val="1809123730"/>
              </p:ext>
            </p:extLst>
          </p:nvPr>
        </p:nvGraphicFramePr>
        <p:xfrm>
          <a:off x="3709879" y="4039914"/>
          <a:ext cx="8127999" cy="148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903430872"/>
                    </a:ext>
                  </a:extLst>
                </a:gridCol>
                <a:gridCol w="2709333">
                  <a:extLst>
                    <a:ext uri="{9D8B030D-6E8A-4147-A177-3AD203B41FA5}">
                      <a16:colId xmlns:a16="http://schemas.microsoft.com/office/drawing/2014/main" val="1361423789"/>
                    </a:ext>
                  </a:extLst>
                </a:gridCol>
                <a:gridCol w="2709333">
                  <a:extLst>
                    <a:ext uri="{9D8B030D-6E8A-4147-A177-3AD203B41FA5}">
                      <a16:colId xmlns:a16="http://schemas.microsoft.com/office/drawing/2014/main" val="2501353500"/>
                    </a:ext>
                  </a:extLst>
                </a:gridCol>
              </a:tblGrid>
              <a:tr h="370840">
                <a:tc>
                  <a:txBody>
                    <a:bodyPr/>
                    <a:lstStyle/>
                    <a:p>
                      <a:r>
                        <a:rPr lang="es-ES" dirty="0" err="1">
                          <a:latin typeface="Ubuntu" panose="020B0504030602030204" pitchFamily="34" charset="0"/>
                        </a:rPr>
                        <a:t>idDepartamento</a:t>
                      </a:r>
                      <a:endParaRPr lang="es-ES" dirty="0">
                        <a:latin typeface="Ubuntu" panose="020B0504030602030204" pitchFamily="34" charset="0"/>
                      </a:endParaRPr>
                    </a:p>
                  </a:txBody>
                  <a:tcPr/>
                </a:tc>
                <a:tc>
                  <a:txBody>
                    <a:bodyPr/>
                    <a:lstStyle/>
                    <a:p>
                      <a:r>
                        <a:rPr lang="es-ES" dirty="0">
                          <a:latin typeface="Ubuntu" panose="020B0504030602030204" pitchFamily="34" charset="0"/>
                        </a:rPr>
                        <a:t>Nombre</a:t>
                      </a:r>
                    </a:p>
                  </a:txBody>
                  <a:tcPr/>
                </a:tc>
                <a:tc>
                  <a:txBody>
                    <a:bodyPr/>
                    <a:lstStyle/>
                    <a:p>
                      <a:r>
                        <a:rPr lang="es-ES" dirty="0">
                          <a:latin typeface="Ubuntu" panose="020B0504030602030204" pitchFamily="34" charset="0"/>
                        </a:rPr>
                        <a:t>Sección</a:t>
                      </a:r>
                    </a:p>
                  </a:txBody>
                  <a:tcPr/>
                </a:tc>
                <a:extLst>
                  <a:ext uri="{0D108BD9-81ED-4DB2-BD59-A6C34878D82A}">
                    <a16:rowId xmlns:a16="http://schemas.microsoft.com/office/drawing/2014/main" val="524956345"/>
                  </a:ext>
                </a:extLst>
              </a:tr>
              <a:tr h="370840">
                <a:tc>
                  <a:txBody>
                    <a:bodyPr/>
                    <a:lstStyle/>
                    <a:p>
                      <a:r>
                        <a:rPr lang="es-ES" dirty="0">
                          <a:latin typeface="Ubuntu" panose="020B0504030602030204" pitchFamily="34" charset="0"/>
                        </a:rPr>
                        <a:t>1</a:t>
                      </a:r>
                    </a:p>
                  </a:txBody>
                  <a:tcPr/>
                </a:tc>
                <a:tc>
                  <a:txBody>
                    <a:bodyPr/>
                    <a:lstStyle/>
                    <a:p>
                      <a:r>
                        <a:rPr lang="es-ES" dirty="0">
                          <a:latin typeface="Ubuntu" panose="020B0504030602030204" pitchFamily="34" charset="0"/>
                        </a:rPr>
                        <a:t>Seguridad</a:t>
                      </a:r>
                    </a:p>
                  </a:txBody>
                  <a:tcPr/>
                </a:tc>
                <a:tc>
                  <a:txBody>
                    <a:bodyPr/>
                    <a:lstStyle/>
                    <a:p>
                      <a:r>
                        <a:rPr lang="es-ES" dirty="0">
                          <a:latin typeface="Ubuntu" panose="020B0504030602030204" pitchFamily="34" charset="0"/>
                        </a:rPr>
                        <a:t>6A</a:t>
                      </a:r>
                    </a:p>
                  </a:txBody>
                  <a:tcPr/>
                </a:tc>
                <a:extLst>
                  <a:ext uri="{0D108BD9-81ED-4DB2-BD59-A6C34878D82A}">
                    <a16:rowId xmlns:a16="http://schemas.microsoft.com/office/drawing/2014/main" val="4000024252"/>
                  </a:ext>
                </a:extLst>
              </a:tr>
              <a:tr h="370840">
                <a:tc>
                  <a:txBody>
                    <a:bodyPr/>
                    <a:lstStyle/>
                    <a:p>
                      <a:r>
                        <a:rPr lang="es-ES" dirty="0">
                          <a:latin typeface="Ubuntu" panose="020B0504030602030204" pitchFamily="34" charset="0"/>
                        </a:rPr>
                        <a:t>2</a:t>
                      </a:r>
                    </a:p>
                  </a:txBody>
                  <a:tcPr/>
                </a:tc>
                <a:tc>
                  <a:txBody>
                    <a:bodyPr/>
                    <a:lstStyle/>
                    <a:p>
                      <a:r>
                        <a:rPr lang="es-ES" dirty="0">
                          <a:latin typeface="Ubuntu" panose="020B0504030602030204" pitchFamily="34" charset="0"/>
                        </a:rPr>
                        <a:t>Ventas</a:t>
                      </a:r>
                    </a:p>
                  </a:txBody>
                  <a:tcPr/>
                </a:tc>
                <a:tc>
                  <a:txBody>
                    <a:bodyPr/>
                    <a:lstStyle/>
                    <a:p>
                      <a:r>
                        <a:rPr lang="es-ES" dirty="0">
                          <a:latin typeface="Ubuntu" panose="020B0504030602030204" pitchFamily="34" charset="0"/>
                        </a:rPr>
                        <a:t>8G</a:t>
                      </a:r>
                    </a:p>
                  </a:txBody>
                  <a:tcPr/>
                </a:tc>
                <a:extLst>
                  <a:ext uri="{0D108BD9-81ED-4DB2-BD59-A6C34878D82A}">
                    <a16:rowId xmlns:a16="http://schemas.microsoft.com/office/drawing/2014/main" val="1582780638"/>
                  </a:ext>
                </a:extLst>
              </a:tr>
              <a:tr h="370840">
                <a:tc>
                  <a:txBody>
                    <a:bodyPr/>
                    <a:lstStyle/>
                    <a:p>
                      <a:r>
                        <a:rPr lang="es-ES" dirty="0">
                          <a:latin typeface="Ubuntu" panose="020B0504030602030204" pitchFamily="34" charset="0"/>
                        </a:rPr>
                        <a:t>3</a:t>
                      </a:r>
                    </a:p>
                  </a:txBody>
                  <a:tcPr/>
                </a:tc>
                <a:tc>
                  <a:txBody>
                    <a:bodyPr/>
                    <a:lstStyle/>
                    <a:p>
                      <a:r>
                        <a:rPr lang="es-ES" dirty="0">
                          <a:latin typeface="Ubuntu" panose="020B0504030602030204" pitchFamily="34" charset="0"/>
                        </a:rPr>
                        <a:t>Mantenimiento</a:t>
                      </a:r>
                    </a:p>
                  </a:txBody>
                  <a:tcPr/>
                </a:tc>
                <a:tc>
                  <a:txBody>
                    <a:bodyPr/>
                    <a:lstStyle/>
                    <a:p>
                      <a:r>
                        <a:rPr lang="es-ES" dirty="0">
                          <a:latin typeface="Ubuntu" panose="020B0504030602030204" pitchFamily="34" charset="0"/>
                        </a:rPr>
                        <a:t>S-15</a:t>
                      </a:r>
                    </a:p>
                  </a:txBody>
                  <a:tcPr/>
                </a:tc>
                <a:extLst>
                  <a:ext uri="{0D108BD9-81ED-4DB2-BD59-A6C34878D82A}">
                    <a16:rowId xmlns:a16="http://schemas.microsoft.com/office/drawing/2014/main" val="1708711575"/>
                  </a:ext>
                </a:extLst>
              </a:tr>
            </a:tbl>
          </a:graphicData>
        </a:graphic>
      </p:graphicFrame>
      <p:grpSp>
        <p:nvGrpSpPr>
          <p:cNvPr id="23" name="Grupo 22">
            <a:extLst>
              <a:ext uri="{FF2B5EF4-FFF2-40B4-BE49-F238E27FC236}">
                <a16:creationId xmlns:a16="http://schemas.microsoft.com/office/drawing/2014/main" id="{6F65692B-35F7-ED07-EA76-756279BA56FA}"/>
              </a:ext>
            </a:extLst>
          </p:cNvPr>
          <p:cNvGrpSpPr/>
          <p:nvPr/>
        </p:nvGrpSpPr>
        <p:grpSpPr>
          <a:xfrm>
            <a:off x="486863" y="1881280"/>
            <a:ext cx="659520" cy="1704960"/>
            <a:chOff x="486863" y="1881280"/>
            <a:chExt cx="659520" cy="1704960"/>
          </a:xfrm>
        </p:grpSpPr>
        <mc:AlternateContent xmlns:mc="http://schemas.openxmlformats.org/markup-compatibility/2006" xmlns:p14="http://schemas.microsoft.com/office/powerpoint/2010/main">
          <mc:Choice Requires="p14">
            <p:contentPart p14:bwMode="auto" r:id="rId2">
              <p14:nvContentPartPr>
                <p14:cNvPr id="19" name="Entrada de lápiz 18">
                  <a:extLst>
                    <a:ext uri="{FF2B5EF4-FFF2-40B4-BE49-F238E27FC236}">
                      <a16:creationId xmlns:a16="http://schemas.microsoft.com/office/drawing/2014/main" id="{CAC2DE9E-A122-B313-3BA5-70F0B8133A40}"/>
                    </a:ext>
                  </a:extLst>
                </p14:cNvPr>
                <p14:cNvContentPartPr/>
                <p14:nvPr/>
              </p14:nvContentPartPr>
              <p14:xfrm>
                <a:off x="486863" y="1881280"/>
                <a:ext cx="659520" cy="1155960"/>
              </p14:xfrm>
            </p:contentPart>
          </mc:Choice>
          <mc:Fallback xmlns="">
            <p:pic>
              <p:nvPicPr>
                <p:cNvPr id="19" name="Entrada de lápiz 18">
                  <a:extLst>
                    <a:ext uri="{FF2B5EF4-FFF2-40B4-BE49-F238E27FC236}">
                      <a16:creationId xmlns:a16="http://schemas.microsoft.com/office/drawing/2014/main" id="{CAC2DE9E-A122-B313-3BA5-70F0B8133A40}"/>
                    </a:ext>
                  </a:extLst>
                </p:cNvPr>
                <p:cNvPicPr/>
                <p:nvPr/>
              </p:nvPicPr>
              <p:blipFill>
                <a:blip r:embed="rId3"/>
                <a:stretch>
                  <a:fillRect/>
                </a:stretch>
              </p:blipFill>
              <p:spPr>
                <a:xfrm>
                  <a:off x="480743" y="1875160"/>
                  <a:ext cx="671760" cy="1168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0" name="Entrada de lápiz 19">
                  <a:extLst>
                    <a:ext uri="{FF2B5EF4-FFF2-40B4-BE49-F238E27FC236}">
                      <a16:creationId xmlns:a16="http://schemas.microsoft.com/office/drawing/2014/main" id="{BFDB3408-0AC7-EA8C-8CE2-06B5EB04F581}"/>
                    </a:ext>
                  </a:extLst>
                </p14:cNvPr>
                <p14:cNvContentPartPr/>
                <p14:nvPr/>
              </p14:nvContentPartPr>
              <p14:xfrm>
                <a:off x="868823" y="3010960"/>
                <a:ext cx="92160" cy="176400"/>
              </p14:xfrm>
            </p:contentPart>
          </mc:Choice>
          <mc:Fallback xmlns="">
            <p:pic>
              <p:nvPicPr>
                <p:cNvPr id="20" name="Entrada de lápiz 19">
                  <a:extLst>
                    <a:ext uri="{FF2B5EF4-FFF2-40B4-BE49-F238E27FC236}">
                      <a16:creationId xmlns:a16="http://schemas.microsoft.com/office/drawing/2014/main" id="{BFDB3408-0AC7-EA8C-8CE2-06B5EB04F581}"/>
                    </a:ext>
                  </a:extLst>
                </p:cNvPr>
                <p:cNvPicPr/>
                <p:nvPr/>
              </p:nvPicPr>
              <p:blipFill>
                <a:blip r:embed="rId5"/>
                <a:stretch>
                  <a:fillRect/>
                </a:stretch>
              </p:blipFill>
              <p:spPr>
                <a:xfrm>
                  <a:off x="862703" y="3004840"/>
                  <a:ext cx="10440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1" name="Entrada de lápiz 20">
                  <a:extLst>
                    <a:ext uri="{FF2B5EF4-FFF2-40B4-BE49-F238E27FC236}">
                      <a16:creationId xmlns:a16="http://schemas.microsoft.com/office/drawing/2014/main" id="{59431748-AC15-0FDB-33A9-FA6C70D296FF}"/>
                    </a:ext>
                  </a:extLst>
                </p14:cNvPr>
                <p14:cNvContentPartPr/>
                <p14:nvPr/>
              </p14:nvContentPartPr>
              <p14:xfrm>
                <a:off x="923183" y="3107080"/>
                <a:ext cx="151200" cy="479160"/>
              </p14:xfrm>
            </p:contentPart>
          </mc:Choice>
          <mc:Fallback xmlns="">
            <p:pic>
              <p:nvPicPr>
                <p:cNvPr id="21" name="Entrada de lápiz 20">
                  <a:extLst>
                    <a:ext uri="{FF2B5EF4-FFF2-40B4-BE49-F238E27FC236}">
                      <a16:creationId xmlns:a16="http://schemas.microsoft.com/office/drawing/2014/main" id="{59431748-AC15-0FDB-33A9-FA6C70D296FF}"/>
                    </a:ext>
                  </a:extLst>
                </p:cNvPr>
                <p:cNvPicPr/>
                <p:nvPr/>
              </p:nvPicPr>
              <p:blipFill>
                <a:blip r:embed="rId7"/>
                <a:stretch>
                  <a:fillRect/>
                </a:stretch>
              </p:blipFill>
              <p:spPr>
                <a:xfrm>
                  <a:off x="917063" y="3100960"/>
                  <a:ext cx="163440" cy="491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22" name="Entrada de lápiz 21">
                <a:extLst>
                  <a:ext uri="{FF2B5EF4-FFF2-40B4-BE49-F238E27FC236}">
                    <a16:creationId xmlns:a16="http://schemas.microsoft.com/office/drawing/2014/main" id="{1FF9027E-D03A-EE5C-7814-34ECFB033EC1}"/>
                  </a:ext>
                </a:extLst>
              </p14:cNvPr>
              <p14:cNvContentPartPr/>
              <p14:nvPr/>
            </p14:nvContentPartPr>
            <p14:xfrm>
              <a:off x="3394583" y="4855600"/>
              <a:ext cx="221040" cy="129240"/>
            </p14:xfrm>
          </p:contentPart>
        </mc:Choice>
        <mc:Fallback xmlns="">
          <p:pic>
            <p:nvPicPr>
              <p:cNvPr id="22" name="Entrada de lápiz 21">
                <a:extLst>
                  <a:ext uri="{FF2B5EF4-FFF2-40B4-BE49-F238E27FC236}">
                    <a16:creationId xmlns:a16="http://schemas.microsoft.com/office/drawing/2014/main" id="{1FF9027E-D03A-EE5C-7814-34ECFB033EC1}"/>
                  </a:ext>
                </a:extLst>
              </p:cNvPr>
              <p:cNvPicPr/>
              <p:nvPr/>
            </p:nvPicPr>
            <p:blipFill>
              <a:blip r:embed="rId9"/>
              <a:stretch>
                <a:fillRect/>
              </a:stretch>
            </p:blipFill>
            <p:spPr>
              <a:xfrm>
                <a:off x="3388463" y="4849480"/>
                <a:ext cx="233280" cy="141480"/>
              </a:xfrm>
              <a:prstGeom prst="rect">
                <a:avLst/>
              </a:prstGeom>
            </p:spPr>
          </p:pic>
        </mc:Fallback>
      </mc:AlternateContent>
      <p:grpSp>
        <p:nvGrpSpPr>
          <p:cNvPr id="26" name="Grupo 25">
            <a:extLst>
              <a:ext uri="{FF2B5EF4-FFF2-40B4-BE49-F238E27FC236}">
                <a16:creationId xmlns:a16="http://schemas.microsoft.com/office/drawing/2014/main" id="{3065B907-56D7-D6D4-B3A4-AF0A562D46CE}"/>
              </a:ext>
            </a:extLst>
          </p:cNvPr>
          <p:cNvGrpSpPr/>
          <p:nvPr/>
        </p:nvGrpSpPr>
        <p:grpSpPr>
          <a:xfrm>
            <a:off x="1731743" y="4384720"/>
            <a:ext cx="1933560" cy="1070640"/>
            <a:chOff x="1731743" y="4384720"/>
            <a:chExt cx="1933560" cy="1070640"/>
          </a:xfrm>
        </p:grpSpPr>
        <mc:AlternateContent xmlns:mc="http://schemas.openxmlformats.org/markup-compatibility/2006" xmlns:p14="http://schemas.microsoft.com/office/powerpoint/2010/main">
          <mc:Choice Requires="p14">
            <p:contentPart p14:bwMode="auto" r:id="rId10">
              <p14:nvContentPartPr>
                <p14:cNvPr id="24" name="Entrada de lápiz 23">
                  <a:extLst>
                    <a:ext uri="{FF2B5EF4-FFF2-40B4-BE49-F238E27FC236}">
                      <a16:creationId xmlns:a16="http://schemas.microsoft.com/office/drawing/2014/main" id="{3980ACE0-9679-1246-BA0E-B562D96FC6AC}"/>
                    </a:ext>
                  </a:extLst>
                </p14:cNvPr>
                <p14:cNvContentPartPr/>
                <p14:nvPr/>
              </p14:nvContentPartPr>
              <p14:xfrm>
                <a:off x="3547223" y="4384720"/>
                <a:ext cx="118080" cy="1070640"/>
              </p14:xfrm>
            </p:contentPart>
          </mc:Choice>
          <mc:Fallback xmlns="">
            <p:pic>
              <p:nvPicPr>
                <p:cNvPr id="24" name="Entrada de lápiz 23">
                  <a:extLst>
                    <a:ext uri="{FF2B5EF4-FFF2-40B4-BE49-F238E27FC236}">
                      <a16:creationId xmlns:a16="http://schemas.microsoft.com/office/drawing/2014/main" id="{3980ACE0-9679-1246-BA0E-B562D96FC6AC}"/>
                    </a:ext>
                  </a:extLst>
                </p:cNvPr>
                <p:cNvPicPr/>
                <p:nvPr/>
              </p:nvPicPr>
              <p:blipFill>
                <a:blip r:embed="rId11"/>
                <a:stretch>
                  <a:fillRect/>
                </a:stretch>
              </p:blipFill>
              <p:spPr>
                <a:xfrm>
                  <a:off x="3541103" y="4378600"/>
                  <a:ext cx="130320" cy="1082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5" name="Entrada de lápiz 24">
                  <a:extLst>
                    <a:ext uri="{FF2B5EF4-FFF2-40B4-BE49-F238E27FC236}">
                      <a16:creationId xmlns:a16="http://schemas.microsoft.com/office/drawing/2014/main" id="{171A7F24-DCE4-49BE-49D7-8D0F2F8A4F97}"/>
                    </a:ext>
                  </a:extLst>
                </p14:cNvPr>
                <p14:cNvContentPartPr/>
                <p14:nvPr/>
              </p14:nvContentPartPr>
              <p14:xfrm>
                <a:off x="1731743" y="4411720"/>
                <a:ext cx="1828080" cy="524160"/>
              </p14:xfrm>
            </p:contentPart>
          </mc:Choice>
          <mc:Fallback xmlns="">
            <p:pic>
              <p:nvPicPr>
                <p:cNvPr id="25" name="Entrada de lápiz 24">
                  <a:extLst>
                    <a:ext uri="{FF2B5EF4-FFF2-40B4-BE49-F238E27FC236}">
                      <a16:creationId xmlns:a16="http://schemas.microsoft.com/office/drawing/2014/main" id="{171A7F24-DCE4-49BE-49D7-8D0F2F8A4F97}"/>
                    </a:ext>
                  </a:extLst>
                </p:cNvPr>
                <p:cNvPicPr/>
                <p:nvPr/>
              </p:nvPicPr>
              <p:blipFill>
                <a:blip r:embed="rId13"/>
                <a:stretch>
                  <a:fillRect/>
                </a:stretch>
              </p:blipFill>
              <p:spPr>
                <a:xfrm>
                  <a:off x="1725623" y="4405600"/>
                  <a:ext cx="1840320" cy="536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27" name="Entrada de lápiz 26">
                <a:extLst>
                  <a:ext uri="{FF2B5EF4-FFF2-40B4-BE49-F238E27FC236}">
                    <a16:creationId xmlns:a16="http://schemas.microsoft.com/office/drawing/2014/main" id="{047BFFC6-1D52-991D-C460-BDB22114EF2E}"/>
                  </a:ext>
                </a:extLst>
              </p14:cNvPr>
              <p14:cNvContentPartPr/>
              <p14:nvPr/>
            </p14:nvContentPartPr>
            <p14:xfrm>
              <a:off x="5920343" y="1924840"/>
              <a:ext cx="790920" cy="1052280"/>
            </p14:xfrm>
          </p:contentPart>
        </mc:Choice>
        <mc:Fallback xmlns="">
          <p:pic>
            <p:nvPicPr>
              <p:cNvPr id="27" name="Entrada de lápiz 26">
                <a:extLst>
                  <a:ext uri="{FF2B5EF4-FFF2-40B4-BE49-F238E27FC236}">
                    <a16:creationId xmlns:a16="http://schemas.microsoft.com/office/drawing/2014/main" id="{047BFFC6-1D52-991D-C460-BDB22114EF2E}"/>
                  </a:ext>
                </a:extLst>
              </p:cNvPr>
              <p:cNvPicPr/>
              <p:nvPr/>
            </p:nvPicPr>
            <p:blipFill>
              <a:blip r:embed="rId15"/>
              <a:stretch>
                <a:fillRect/>
              </a:stretch>
            </p:blipFill>
            <p:spPr>
              <a:xfrm>
                <a:off x="5914223" y="1918720"/>
                <a:ext cx="803160" cy="1064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8" name="Entrada de lápiz 27">
                <a:extLst>
                  <a:ext uri="{FF2B5EF4-FFF2-40B4-BE49-F238E27FC236}">
                    <a16:creationId xmlns:a16="http://schemas.microsoft.com/office/drawing/2014/main" id="{792E5EB7-09EA-6440-6C80-848A64AD7A7A}"/>
                  </a:ext>
                </a:extLst>
              </p14:cNvPr>
              <p14:cNvContentPartPr/>
              <p14:nvPr/>
            </p14:nvContentPartPr>
            <p14:xfrm>
              <a:off x="6116543" y="2991520"/>
              <a:ext cx="71280" cy="185760"/>
            </p14:xfrm>
          </p:contentPart>
        </mc:Choice>
        <mc:Fallback xmlns="">
          <p:pic>
            <p:nvPicPr>
              <p:cNvPr id="28" name="Entrada de lápiz 27">
                <a:extLst>
                  <a:ext uri="{FF2B5EF4-FFF2-40B4-BE49-F238E27FC236}">
                    <a16:creationId xmlns:a16="http://schemas.microsoft.com/office/drawing/2014/main" id="{792E5EB7-09EA-6440-6C80-848A64AD7A7A}"/>
                  </a:ext>
                </a:extLst>
              </p:cNvPr>
              <p:cNvPicPr/>
              <p:nvPr/>
            </p:nvPicPr>
            <p:blipFill>
              <a:blip r:embed="rId17"/>
              <a:stretch>
                <a:fillRect/>
              </a:stretch>
            </p:blipFill>
            <p:spPr>
              <a:xfrm>
                <a:off x="6110423" y="2985400"/>
                <a:ext cx="8352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9" name="Entrada de lápiz 28">
                <a:extLst>
                  <a:ext uri="{FF2B5EF4-FFF2-40B4-BE49-F238E27FC236}">
                    <a16:creationId xmlns:a16="http://schemas.microsoft.com/office/drawing/2014/main" id="{943CF0AC-0B64-AB69-D281-167B5A910E96}"/>
                  </a:ext>
                </a:extLst>
              </p14:cNvPr>
              <p14:cNvContentPartPr/>
              <p14:nvPr/>
            </p14:nvContentPartPr>
            <p14:xfrm>
              <a:off x="6031223" y="3160360"/>
              <a:ext cx="182160" cy="127080"/>
            </p14:xfrm>
          </p:contentPart>
        </mc:Choice>
        <mc:Fallback xmlns="">
          <p:pic>
            <p:nvPicPr>
              <p:cNvPr id="29" name="Entrada de lápiz 28">
                <a:extLst>
                  <a:ext uri="{FF2B5EF4-FFF2-40B4-BE49-F238E27FC236}">
                    <a16:creationId xmlns:a16="http://schemas.microsoft.com/office/drawing/2014/main" id="{943CF0AC-0B64-AB69-D281-167B5A910E96}"/>
                  </a:ext>
                </a:extLst>
              </p:cNvPr>
              <p:cNvPicPr/>
              <p:nvPr/>
            </p:nvPicPr>
            <p:blipFill>
              <a:blip r:embed="rId19"/>
              <a:stretch>
                <a:fillRect/>
              </a:stretch>
            </p:blipFill>
            <p:spPr>
              <a:xfrm>
                <a:off x="6025103" y="3154240"/>
                <a:ext cx="194400" cy="139320"/>
              </a:xfrm>
              <a:prstGeom prst="rect">
                <a:avLst/>
              </a:prstGeom>
            </p:spPr>
          </p:pic>
        </mc:Fallback>
      </mc:AlternateContent>
      <p:grpSp>
        <p:nvGrpSpPr>
          <p:cNvPr id="34" name="Grupo 33">
            <a:extLst>
              <a:ext uri="{FF2B5EF4-FFF2-40B4-BE49-F238E27FC236}">
                <a16:creationId xmlns:a16="http://schemas.microsoft.com/office/drawing/2014/main" id="{E740C920-D943-D2E9-7942-6C1F54A5BA17}"/>
              </a:ext>
            </a:extLst>
          </p:cNvPr>
          <p:cNvGrpSpPr/>
          <p:nvPr/>
        </p:nvGrpSpPr>
        <p:grpSpPr>
          <a:xfrm>
            <a:off x="3808223" y="3506320"/>
            <a:ext cx="1943280" cy="498960"/>
            <a:chOff x="3808223" y="3506320"/>
            <a:chExt cx="1943280" cy="498960"/>
          </a:xfrm>
        </p:grpSpPr>
        <mc:AlternateContent xmlns:mc="http://schemas.openxmlformats.org/markup-compatibility/2006" xmlns:p14="http://schemas.microsoft.com/office/powerpoint/2010/main">
          <mc:Choice Requires="p14">
            <p:contentPart p14:bwMode="auto" r:id="rId20">
              <p14:nvContentPartPr>
                <p14:cNvPr id="30" name="Entrada de lápiz 29">
                  <a:extLst>
                    <a:ext uri="{FF2B5EF4-FFF2-40B4-BE49-F238E27FC236}">
                      <a16:creationId xmlns:a16="http://schemas.microsoft.com/office/drawing/2014/main" id="{7F4BD106-D51A-B35E-C646-1743A7C536E4}"/>
                    </a:ext>
                  </a:extLst>
                </p14:cNvPr>
                <p14:cNvContentPartPr/>
                <p14:nvPr/>
              </p14:nvContentPartPr>
              <p14:xfrm>
                <a:off x="4994063" y="3506320"/>
                <a:ext cx="757440" cy="363240"/>
              </p14:xfrm>
            </p:contentPart>
          </mc:Choice>
          <mc:Fallback xmlns="">
            <p:pic>
              <p:nvPicPr>
                <p:cNvPr id="30" name="Entrada de lápiz 29">
                  <a:extLst>
                    <a:ext uri="{FF2B5EF4-FFF2-40B4-BE49-F238E27FC236}">
                      <a16:creationId xmlns:a16="http://schemas.microsoft.com/office/drawing/2014/main" id="{7F4BD106-D51A-B35E-C646-1743A7C536E4}"/>
                    </a:ext>
                  </a:extLst>
                </p:cNvPr>
                <p:cNvPicPr/>
                <p:nvPr/>
              </p:nvPicPr>
              <p:blipFill>
                <a:blip r:embed="rId21"/>
                <a:stretch>
                  <a:fillRect/>
                </a:stretch>
              </p:blipFill>
              <p:spPr>
                <a:xfrm>
                  <a:off x="4987943" y="3500200"/>
                  <a:ext cx="769680" cy="375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1" name="Entrada de lápiz 30">
                  <a:extLst>
                    <a:ext uri="{FF2B5EF4-FFF2-40B4-BE49-F238E27FC236}">
                      <a16:creationId xmlns:a16="http://schemas.microsoft.com/office/drawing/2014/main" id="{E66B4D6C-5670-E47E-A20A-28BCE5F30254}"/>
                    </a:ext>
                  </a:extLst>
                </p14:cNvPr>
                <p14:cNvContentPartPr/>
                <p14:nvPr/>
              </p14:nvContentPartPr>
              <p14:xfrm>
                <a:off x="4891103" y="3824920"/>
                <a:ext cx="214920" cy="116280"/>
              </p14:xfrm>
            </p:contentPart>
          </mc:Choice>
          <mc:Fallback xmlns="">
            <p:pic>
              <p:nvPicPr>
                <p:cNvPr id="31" name="Entrada de lápiz 30">
                  <a:extLst>
                    <a:ext uri="{FF2B5EF4-FFF2-40B4-BE49-F238E27FC236}">
                      <a16:creationId xmlns:a16="http://schemas.microsoft.com/office/drawing/2014/main" id="{E66B4D6C-5670-E47E-A20A-28BCE5F30254}"/>
                    </a:ext>
                  </a:extLst>
                </p:cNvPr>
                <p:cNvPicPr/>
                <p:nvPr/>
              </p:nvPicPr>
              <p:blipFill>
                <a:blip r:embed="rId23"/>
                <a:stretch>
                  <a:fillRect/>
                </a:stretch>
              </p:blipFill>
              <p:spPr>
                <a:xfrm>
                  <a:off x="4884983" y="3818800"/>
                  <a:ext cx="2271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3" name="Entrada de lápiz 32">
                  <a:extLst>
                    <a:ext uri="{FF2B5EF4-FFF2-40B4-BE49-F238E27FC236}">
                      <a16:creationId xmlns:a16="http://schemas.microsoft.com/office/drawing/2014/main" id="{2B0322A0-650C-B409-1705-1963466A0B4A}"/>
                    </a:ext>
                  </a:extLst>
                </p14:cNvPr>
                <p14:cNvContentPartPr/>
                <p14:nvPr/>
              </p14:nvContentPartPr>
              <p14:xfrm>
                <a:off x="3808223" y="3976840"/>
                <a:ext cx="1379520" cy="28440"/>
              </p14:xfrm>
            </p:contentPart>
          </mc:Choice>
          <mc:Fallback xmlns="">
            <p:pic>
              <p:nvPicPr>
                <p:cNvPr id="33" name="Entrada de lápiz 32">
                  <a:extLst>
                    <a:ext uri="{FF2B5EF4-FFF2-40B4-BE49-F238E27FC236}">
                      <a16:creationId xmlns:a16="http://schemas.microsoft.com/office/drawing/2014/main" id="{2B0322A0-650C-B409-1705-1963466A0B4A}"/>
                    </a:ext>
                  </a:extLst>
                </p:cNvPr>
                <p:cNvPicPr/>
                <p:nvPr/>
              </p:nvPicPr>
              <p:blipFill>
                <a:blip r:embed="rId25"/>
                <a:stretch>
                  <a:fillRect/>
                </a:stretch>
              </p:blipFill>
              <p:spPr>
                <a:xfrm>
                  <a:off x="3802103" y="3970720"/>
                  <a:ext cx="1391760" cy="40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35" name="Entrada de lápiz 34">
                <a:extLst>
                  <a:ext uri="{FF2B5EF4-FFF2-40B4-BE49-F238E27FC236}">
                    <a16:creationId xmlns:a16="http://schemas.microsoft.com/office/drawing/2014/main" id="{1A119076-1F90-30AE-7168-1362BC4ADC71}"/>
                  </a:ext>
                </a:extLst>
              </p14:cNvPr>
              <p14:cNvContentPartPr/>
              <p14:nvPr/>
            </p14:nvContentPartPr>
            <p14:xfrm>
              <a:off x="6098543" y="1810720"/>
              <a:ext cx="1447560" cy="37080"/>
            </p14:xfrm>
          </p:contentPart>
        </mc:Choice>
        <mc:Fallback xmlns="">
          <p:pic>
            <p:nvPicPr>
              <p:cNvPr id="35" name="Entrada de lápiz 34">
                <a:extLst>
                  <a:ext uri="{FF2B5EF4-FFF2-40B4-BE49-F238E27FC236}">
                    <a16:creationId xmlns:a16="http://schemas.microsoft.com/office/drawing/2014/main" id="{1A119076-1F90-30AE-7168-1362BC4ADC71}"/>
                  </a:ext>
                </a:extLst>
              </p:cNvPr>
              <p:cNvPicPr/>
              <p:nvPr/>
            </p:nvPicPr>
            <p:blipFill>
              <a:blip r:embed="rId27"/>
              <a:stretch>
                <a:fillRect/>
              </a:stretch>
            </p:blipFill>
            <p:spPr>
              <a:xfrm>
                <a:off x="6092423" y="1804600"/>
                <a:ext cx="1459800" cy="49320"/>
              </a:xfrm>
              <a:prstGeom prst="rect">
                <a:avLst/>
              </a:prstGeom>
            </p:spPr>
          </p:pic>
        </mc:Fallback>
      </mc:AlternateContent>
      <p:sp>
        <p:nvSpPr>
          <p:cNvPr id="36" name="CuadroTexto 35">
            <a:extLst>
              <a:ext uri="{FF2B5EF4-FFF2-40B4-BE49-F238E27FC236}">
                <a16:creationId xmlns:a16="http://schemas.microsoft.com/office/drawing/2014/main" id="{A41456E9-8D83-802C-1651-3163F5311643}"/>
              </a:ext>
            </a:extLst>
          </p:cNvPr>
          <p:cNvSpPr txBox="1"/>
          <p:nvPr/>
        </p:nvSpPr>
        <p:spPr>
          <a:xfrm>
            <a:off x="724006" y="3637753"/>
            <a:ext cx="1726755" cy="738664"/>
          </a:xfrm>
          <a:prstGeom prst="rect">
            <a:avLst/>
          </a:prstGeom>
          <a:noFill/>
        </p:spPr>
        <p:txBody>
          <a:bodyPr wrap="none" rtlCol="0">
            <a:spAutoFit/>
          </a:bodyPr>
          <a:lstStyle/>
          <a:p>
            <a:r>
              <a:rPr lang="es-ES" dirty="0">
                <a:latin typeface="Ubuntu" panose="020B0504030602030204" pitchFamily="34" charset="0"/>
              </a:rPr>
              <a:t>Claves primarias</a:t>
            </a:r>
          </a:p>
          <a:p>
            <a:r>
              <a:rPr lang="es-ES" dirty="0">
                <a:latin typeface="Ubuntu" panose="020B0504030602030204" pitchFamily="34" charset="0"/>
              </a:rPr>
              <a:t>(de sus respectivas</a:t>
            </a:r>
          </a:p>
          <a:p>
            <a:r>
              <a:rPr lang="es-ES" dirty="0">
                <a:latin typeface="Ubuntu" panose="020B0504030602030204" pitchFamily="34" charset="0"/>
              </a:rPr>
              <a:t> tablas)</a:t>
            </a:r>
          </a:p>
        </p:txBody>
      </p:sp>
      <p:sp>
        <p:nvSpPr>
          <p:cNvPr id="37" name="CuadroTexto 36">
            <a:extLst>
              <a:ext uri="{FF2B5EF4-FFF2-40B4-BE49-F238E27FC236}">
                <a16:creationId xmlns:a16="http://schemas.microsoft.com/office/drawing/2014/main" id="{F27B68FB-89D5-C978-2534-92BDAB7664F4}"/>
              </a:ext>
            </a:extLst>
          </p:cNvPr>
          <p:cNvSpPr txBox="1"/>
          <p:nvPr/>
        </p:nvSpPr>
        <p:spPr>
          <a:xfrm>
            <a:off x="5187743" y="3223900"/>
            <a:ext cx="2520242" cy="307777"/>
          </a:xfrm>
          <a:prstGeom prst="rect">
            <a:avLst/>
          </a:prstGeom>
          <a:noFill/>
        </p:spPr>
        <p:txBody>
          <a:bodyPr wrap="none" rtlCol="0">
            <a:spAutoFit/>
          </a:bodyPr>
          <a:lstStyle/>
          <a:p>
            <a:r>
              <a:rPr lang="es-ES" dirty="0">
                <a:latin typeface="Ubuntu" panose="020B0504030602030204" pitchFamily="34" charset="0"/>
              </a:rPr>
              <a:t>Clave foránea (enlaza tablas)</a:t>
            </a:r>
          </a:p>
        </p:txBody>
      </p:sp>
    </p:spTree>
    <p:extLst>
      <p:ext uri="{BB962C8B-B14F-4D97-AF65-F5344CB8AC3E}">
        <p14:creationId xmlns:p14="http://schemas.microsoft.com/office/powerpoint/2010/main" val="1537725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Las tres integridades</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4616648"/>
          </a:xfrm>
          <a:prstGeom prst="rect">
            <a:avLst/>
          </a:prstGeom>
          <a:noFill/>
        </p:spPr>
        <p:txBody>
          <a:bodyPr wrap="square" rtlCol="0">
            <a:spAutoFit/>
          </a:bodyPr>
          <a:lstStyle/>
          <a:p>
            <a:pPr marL="457200" indent="-457200">
              <a:buFont typeface="Arial" panose="020B0604020202020204" pitchFamily="34" charset="0"/>
              <a:buChar char="•"/>
            </a:pPr>
            <a:r>
              <a:rPr lang="es-ES" sz="3200" b="1" dirty="0">
                <a:latin typeface="Ubuntu" panose="020B0504030602030204" pitchFamily="34" charset="0"/>
              </a:rPr>
              <a:t>Integridad referencial</a:t>
            </a:r>
          </a:p>
          <a:p>
            <a:r>
              <a:rPr lang="es-ES" sz="1800" dirty="0">
                <a:latin typeface="Ubuntu" panose="020B0504030602030204" pitchFamily="34" charset="0"/>
              </a:rPr>
              <a:t>La más importante y más compleja: la clave externa de una tabla de referencia debe aludir a una fila válida (existente) -&gt; en el ejemplo anterior, si en la tabla de empleados apuntáramos a un dpto. de id 4, que no existe, esta integridad fallaría.</a:t>
            </a:r>
          </a:p>
          <a:p>
            <a:pPr marL="457200" indent="-457200">
              <a:buFont typeface="Arial" panose="020B0604020202020204" pitchFamily="34" charset="0"/>
              <a:buChar char="•"/>
            </a:pPr>
            <a:r>
              <a:rPr lang="es-ES" sz="3200" b="1" dirty="0">
                <a:latin typeface="Ubuntu" panose="020B0504030602030204" pitchFamily="34" charset="0"/>
              </a:rPr>
              <a:t>Integridad de entidad</a:t>
            </a:r>
          </a:p>
          <a:p>
            <a:r>
              <a:rPr lang="es-ES" sz="1800" dirty="0">
                <a:latin typeface="Ubuntu" panose="020B0504030602030204" pitchFamily="34" charset="0"/>
              </a:rPr>
              <a:t>La clave primaria ha de ser un valor único y debe existir. No podemos repetir la clave primaria ya que si hubiera dos datos con la misma, al hacer referencia a esa clave no sabríamos a cuál de los dos datos se refiere. -&gt; En el ejemplo anterior, si un mismo departamento tuviera dos ID, sería un fallo de esta integridad.</a:t>
            </a:r>
          </a:p>
          <a:p>
            <a:pPr marL="457200" indent="-457200">
              <a:buFont typeface="Arial" panose="020B0604020202020204" pitchFamily="34" charset="0"/>
              <a:buChar char="•"/>
            </a:pPr>
            <a:r>
              <a:rPr lang="es-ES" sz="3200" b="1" dirty="0">
                <a:latin typeface="Ubuntu" panose="020B0504030602030204" pitchFamily="34" charset="0"/>
              </a:rPr>
              <a:t>Integridad de dominio</a:t>
            </a:r>
          </a:p>
          <a:p>
            <a:r>
              <a:rPr lang="es-ES" sz="1800" dirty="0">
                <a:latin typeface="Ubuntu" panose="020B0504030602030204" pitchFamily="34" charset="0"/>
              </a:rPr>
              <a:t>El dato tiene que existir en un conjunto de datos específico o ser de un tipo concreto. -&gt; En el ejemplo anterior, todos los id de departamento son un número. Si uno de ellos no lo fuera o consistiera de letras, sería un fallo de integridad de dominio (a no ser que se haya especificado de otra manera, pero asumimos que el id consiste de números enteros simples, dando lugar a fallo).</a:t>
            </a:r>
          </a:p>
        </p:txBody>
      </p:sp>
    </p:spTree>
    <p:extLst>
      <p:ext uri="{BB962C8B-B14F-4D97-AF65-F5344CB8AC3E}">
        <p14:creationId xmlns:p14="http://schemas.microsoft.com/office/powerpoint/2010/main" val="4014196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Propiedades ACID</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5324535"/>
          </a:xfrm>
          <a:prstGeom prst="rect">
            <a:avLst/>
          </a:prstGeom>
          <a:noFill/>
        </p:spPr>
        <p:txBody>
          <a:bodyPr wrap="square" rtlCol="0">
            <a:spAutoFit/>
          </a:bodyPr>
          <a:lstStyle/>
          <a:p>
            <a:pPr marL="285750" indent="-285750">
              <a:buFont typeface="Arial" panose="020B0604020202020204" pitchFamily="34" charset="0"/>
              <a:buChar char="•"/>
            </a:pPr>
            <a:r>
              <a:rPr lang="es-ES" sz="3200" b="1" dirty="0">
                <a:solidFill>
                  <a:schemeClr val="accent2"/>
                </a:solidFill>
                <a:latin typeface="Ubuntu" panose="020B0504030602030204" pitchFamily="34" charset="0"/>
              </a:rPr>
              <a:t>A</a:t>
            </a:r>
            <a:r>
              <a:rPr lang="es-ES" sz="3200" b="1" dirty="0">
                <a:latin typeface="Ubuntu" panose="020B0504030602030204" pitchFamily="34" charset="0"/>
              </a:rPr>
              <a:t>tomicidad</a:t>
            </a:r>
          </a:p>
          <a:p>
            <a:r>
              <a:rPr lang="es-ES" sz="1600" dirty="0">
                <a:latin typeface="Ubuntu" panose="020B0504030602030204" pitchFamily="34" charset="0"/>
              </a:rPr>
              <a:t>Cuando una operación consiste en una serie de pasos, han de ejecutarse todos o ha de ejecutarse ninguno. Las transacciones han de ejecutarse completamente o no ejecutarse.</a:t>
            </a:r>
          </a:p>
          <a:p>
            <a:pPr marL="285750" indent="-285750">
              <a:buFont typeface="Arial" panose="020B0604020202020204" pitchFamily="34" charset="0"/>
              <a:buChar char="•"/>
            </a:pPr>
            <a:r>
              <a:rPr lang="es-ES" sz="3200" b="1" dirty="0">
                <a:solidFill>
                  <a:schemeClr val="accent2"/>
                </a:solidFill>
                <a:latin typeface="Ubuntu" panose="020B0504030602030204" pitchFamily="34" charset="0"/>
              </a:rPr>
              <a:t>C</a:t>
            </a:r>
            <a:r>
              <a:rPr lang="es-ES" sz="3200" b="1" dirty="0">
                <a:latin typeface="Ubuntu" panose="020B0504030602030204" pitchFamily="34" charset="0"/>
              </a:rPr>
              <a:t>onsistencia</a:t>
            </a:r>
          </a:p>
          <a:p>
            <a:r>
              <a:rPr lang="es-ES" sz="1600" dirty="0">
                <a:latin typeface="Ubuntu" panose="020B0504030602030204" pitchFamily="34" charset="0"/>
              </a:rPr>
              <a:t>(Uniformidad, Integridad): Solo se empieza aquello que se puede acabar, es decir, que pasa la base de datos de un estado válido (cumple todas las reglas y directrices de integridad) a otro estado válido, por lo que solo se ejecutan operaciones que no rompan dichas reglas. De esta manera la información presentada al usuario siempre será consistente.</a:t>
            </a:r>
          </a:p>
          <a:p>
            <a:pPr marL="285750" indent="-285750">
              <a:buFont typeface="Arial" panose="020B0604020202020204" pitchFamily="34" charset="0"/>
              <a:buChar char="•"/>
            </a:pPr>
            <a:r>
              <a:rPr lang="es-ES" sz="3200" b="1" dirty="0">
                <a:latin typeface="Ubuntu" panose="020B0504030602030204" pitchFamily="34" charset="0"/>
              </a:rPr>
              <a:t>Aislamiento</a:t>
            </a:r>
            <a:r>
              <a:rPr lang="es-ES" sz="3200" dirty="0">
                <a:latin typeface="Ubuntu" panose="020B0504030602030204" pitchFamily="34" charset="0"/>
              </a:rPr>
              <a:t> (</a:t>
            </a:r>
            <a:r>
              <a:rPr lang="es-ES" sz="3200" dirty="0" err="1">
                <a:solidFill>
                  <a:schemeClr val="accent2"/>
                </a:solidFill>
                <a:latin typeface="Ubuntu" panose="020B0504030602030204" pitchFamily="34" charset="0"/>
              </a:rPr>
              <a:t>I</a:t>
            </a:r>
            <a:r>
              <a:rPr lang="es-ES" sz="3200" dirty="0" err="1">
                <a:latin typeface="Ubuntu" panose="020B0504030602030204" pitchFamily="34" charset="0"/>
              </a:rPr>
              <a:t>solation</a:t>
            </a:r>
            <a:r>
              <a:rPr lang="es-ES" sz="3200" dirty="0">
                <a:latin typeface="Ubuntu" panose="020B0504030602030204" pitchFamily="34" charset="0"/>
              </a:rPr>
              <a:t> en inglés)</a:t>
            </a:r>
          </a:p>
          <a:p>
            <a:r>
              <a:rPr lang="es-ES" sz="1600" dirty="0">
                <a:latin typeface="Ubuntu" panose="020B0504030602030204" pitchFamily="34" charset="0"/>
              </a:rPr>
              <a:t>Una operación no puede afectar a otras. Dos transacciones sobre la misma información han de ser independientes y no generar error de manera que afecte al resultado de la otra. Hay que definir cómo y cuándo se hacen visibles los cambios producidos por una operación para el resto de operaciones. El aislamiento puede alcanzarse a distintos niveles, siendo el parámetro clave a la hora de elegir un RDBMS u otro.</a:t>
            </a:r>
          </a:p>
          <a:p>
            <a:pPr marL="285750" indent="-285750">
              <a:buFont typeface="Arial" panose="020B0604020202020204" pitchFamily="34" charset="0"/>
              <a:buChar char="•"/>
            </a:pPr>
            <a:r>
              <a:rPr lang="es-ES" sz="3200" b="1" dirty="0">
                <a:solidFill>
                  <a:schemeClr val="accent2"/>
                </a:solidFill>
                <a:latin typeface="Ubuntu" panose="020B0504030602030204" pitchFamily="34" charset="0"/>
              </a:rPr>
              <a:t>D</a:t>
            </a:r>
            <a:r>
              <a:rPr lang="es-ES" sz="3200" b="1" dirty="0">
                <a:latin typeface="Ubuntu" panose="020B0504030602030204" pitchFamily="34" charset="0"/>
              </a:rPr>
              <a:t>urabilidad</a:t>
            </a:r>
          </a:p>
          <a:p>
            <a:r>
              <a:rPr lang="es-ES" sz="1600" dirty="0">
                <a:latin typeface="Ubuntu" panose="020B0504030602030204" pitchFamily="34" charset="0"/>
              </a:rPr>
              <a:t>Una vez realizada la operación, ésta no se puede deshacer aunque el sistema falle. De esta forma, los datos sobreviven.</a:t>
            </a:r>
          </a:p>
        </p:txBody>
      </p:sp>
    </p:spTree>
    <p:extLst>
      <p:ext uri="{BB962C8B-B14F-4D97-AF65-F5344CB8AC3E}">
        <p14:creationId xmlns:p14="http://schemas.microsoft.com/office/powerpoint/2010/main" val="1570976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Propiedades ACID: Ejemplo</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3170099"/>
          </a:xfrm>
          <a:prstGeom prst="rect">
            <a:avLst/>
          </a:prstGeom>
          <a:noFill/>
        </p:spPr>
        <p:txBody>
          <a:bodyPr wrap="square" rtlCol="0">
            <a:spAutoFit/>
          </a:bodyPr>
          <a:lstStyle/>
          <a:p>
            <a:pPr marL="285750" indent="-285750">
              <a:buFont typeface="Arial" panose="020B0604020202020204" pitchFamily="34" charset="0"/>
              <a:buChar char="•"/>
            </a:pPr>
            <a:r>
              <a:rPr lang="es-ES" sz="3200" b="1" dirty="0">
                <a:solidFill>
                  <a:schemeClr val="accent2"/>
                </a:solidFill>
                <a:latin typeface="Ubuntu" panose="020B0504030602030204" pitchFamily="34" charset="0"/>
              </a:rPr>
              <a:t>A</a:t>
            </a:r>
            <a:r>
              <a:rPr lang="es-ES" sz="3200" b="1" dirty="0">
                <a:latin typeface="Ubuntu" panose="020B0504030602030204" pitchFamily="34" charset="0"/>
              </a:rPr>
              <a:t>tomicidad</a:t>
            </a:r>
          </a:p>
          <a:p>
            <a:endParaRPr lang="es-ES" sz="2400" b="1" dirty="0">
              <a:latin typeface="Ubuntu" panose="020B0504030602030204" pitchFamily="34" charset="0"/>
            </a:endParaRPr>
          </a:p>
          <a:p>
            <a:r>
              <a:rPr lang="es-ES" sz="2400" dirty="0">
                <a:latin typeface="Ubuntu" panose="020B0504030602030204" pitchFamily="34" charset="0"/>
              </a:rPr>
              <a:t>Alice -&gt; 100 € -&gt; Bob</a:t>
            </a:r>
          </a:p>
          <a:p>
            <a:endParaRPr lang="es-ES" sz="2400" dirty="0">
              <a:latin typeface="Ubuntu" panose="020B0504030602030204" pitchFamily="34" charset="0"/>
            </a:endParaRPr>
          </a:p>
          <a:p>
            <a:r>
              <a:rPr lang="es-ES" sz="2400" dirty="0">
                <a:latin typeface="Ubuntu" panose="020B0504030602030204" pitchFamily="34" charset="0"/>
              </a:rPr>
              <a:t>Sin atomicidad: Ocurre un fallo después de deducir el dinero de la cuenta de Alice y antes de agregarlo a la cuenta de Bob. De esta manera, Alice pierde sus 100 € pero Bob no los gana. La transacción se ha cortado a la mitad (sin atomicidad).</a:t>
            </a:r>
          </a:p>
        </p:txBody>
      </p:sp>
    </p:spTree>
    <p:extLst>
      <p:ext uri="{BB962C8B-B14F-4D97-AF65-F5344CB8AC3E}">
        <p14:creationId xmlns:p14="http://schemas.microsoft.com/office/powerpoint/2010/main" val="2429565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Propiedades ACID: Ejemplo</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3170099"/>
          </a:xfrm>
          <a:prstGeom prst="rect">
            <a:avLst/>
          </a:prstGeom>
          <a:noFill/>
        </p:spPr>
        <p:txBody>
          <a:bodyPr wrap="square" rtlCol="0">
            <a:spAutoFit/>
          </a:bodyPr>
          <a:lstStyle/>
          <a:p>
            <a:pPr marL="285750" indent="-285750">
              <a:buFont typeface="Arial" panose="020B0604020202020204" pitchFamily="34" charset="0"/>
              <a:buChar char="•"/>
            </a:pPr>
            <a:r>
              <a:rPr lang="es-ES" sz="3200" b="1" dirty="0">
                <a:solidFill>
                  <a:schemeClr val="accent2"/>
                </a:solidFill>
                <a:latin typeface="Ubuntu" panose="020B0504030602030204" pitchFamily="34" charset="0"/>
              </a:rPr>
              <a:t>C</a:t>
            </a:r>
            <a:r>
              <a:rPr lang="es-ES" sz="3200" b="1" dirty="0">
                <a:latin typeface="Ubuntu" panose="020B0504030602030204" pitchFamily="34" charset="0"/>
              </a:rPr>
              <a:t>onsistencia</a:t>
            </a:r>
          </a:p>
          <a:p>
            <a:endParaRPr lang="es-ES" sz="2400" b="1" dirty="0">
              <a:latin typeface="Ubuntu" panose="020B0504030602030204" pitchFamily="34" charset="0"/>
            </a:endParaRPr>
          </a:p>
          <a:p>
            <a:r>
              <a:rPr lang="es-ES" sz="2400" dirty="0">
                <a:latin typeface="Ubuntu" panose="020B0504030602030204" pitchFamily="34" charset="0"/>
              </a:rPr>
              <a:t>Alice -&gt; 100 € -&gt; Bob</a:t>
            </a:r>
          </a:p>
          <a:p>
            <a:endParaRPr lang="es-ES" sz="2400" dirty="0">
              <a:latin typeface="Ubuntu" panose="020B0504030602030204" pitchFamily="34" charset="0"/>
            </a:endParaRPr>
          </a:p>
          <a:p>
            <a:r>
              <a:rPr lang="es-ES" sz="2400" dirty="0">
                <a:latin typeface="Ubuntu" panose="020B0504030602030204" pitchFamily="34" charset="0"/>
              </a:rPr>
              <a:t>Sin consistencia: Los saldos de ambas cuentas han de ser correctos. Una vez transferidos los 100 €, Alice debe ver su saldo – 100, y Bob, su saldo + 100. Si alguno de los dos no ve el balance correcto en su cuenta, no se cumple la consistencia.</a:t>
            </a:r>
          </a:p>
        </p:txBody>
      </p:sp>
    </p:spTree>
    <p:extLst>
      <p:ext uri="{BB962C8B-B14F-4D97-AF65-F5344CB8AC3E}">
        <p14:creationId xmlns:p14="http://schemas.microsoft.com/office/powerpoint/2010/main" val="2036187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Propiedades ACID: Ejemplo</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4647426"/>
          </a:xfrm>
          <a:prstGeom prst="rect">
            <a:avLst/>
          </a:prstGeom>
          <a:noFill/>
        </p:spPr>
        <p:txBody>
          <a:bodyPr wrap="square" rtlCol="0">
            <a:spAutoFit/>
          </a:bodyPr>
          <a:lstStyle/>
          <a:p>
            <a:pPr marL="285750" indent="-285750">
              <a:buFont typeface="Arial" panose="020B0604020202020204" pitchFamily="34" charset="0"/>
              <a:buChar char="•"/>
            </a:pPr>
            <a:r>
              <a:rPr lang="es-ES" sz="3200" b="1" dirty="0">
                <a:latin typeface="Ubuntu" panose="020B0504030602030204" pitchFamily="34" charset="0"/>
              </a:rPr>
              <a:t>A</a:t>
            </a:r>
            <a:r>
              <a:rPr lang="es-ES" sz="3200" b="1" dirty="0">
                <a:solidFill>
                  <a:schemeClr val="accent2"/>
                </a:solidFill>
                <a:latin typeface="Ubuntu" panose="020B0504030602030204" pitchFamily="34" charset="0"/>
              </a:rPr>
              <a:t>i</a:t>
            </a:r>
            <a:r>
              <a:rPr lang="es-ES" sz="3200" b="1" dirty="0">
                <a:latin typeface="Ubuntu" panose="020B0504030602030204" pitchFamily="34" charset="0"/>
              </a:rPr>
              <a:t>slamiento</a:t>
            </a:r>
          </a:p>
          <a:p>
            <a:endParaRPr lang="es-ES" sz="2400" b="1" dirty="0">
              <a:latin typeface="Ubuntu" panose="020B0504030602030204" pitchFamily="34" charset="0"/>
            </a:endParaRPr>
          </a:p>
          <a:p>
            <a:r>
              <a:rPr lang="es-ES" sz="2400" dirty="0">
                <a:latin typeface="Ubuntu" panose="020B0504030602030204" pitchFamily="34" charset="0"/>
              </a:rPr>
              <a:t>Alice -&gt; 100 € -&gt; Bob</a:t>
            </a:r>
          </a:p>
          <a:p>
            <a:r>
              <a:rPr lang="es-ES" sz="2400" dirty="0">
                <a:latin typeface="Ubuntu" panose="020B0504030602030204" pitchFamily="34" charset="0"/>
              </a:rPr>
              <a:t>Bob -&gt; -200 € (sacar dinero del cajero)</a:t>
            </a:r>
          </a:p>
          <a:p>
            <a:endParaRPr lang="es-ES" sz="2400" dirty="0">
              <a:latin typeface="Ubuntu" panose="020B0504030602030204" pitchFamily="34" charset="0"/>
            </a:endParaRPr>
          </a:p>
          <a:p>
            <a:r>
              <a:rPr lang="es-ES" sz="2400" dirty="0">
                <a:latin typeface="Ubuntu" panose="020B0504030602030204" pitchFamily="34" charset="0"/>
              </a:rPr>
              <a:t>Sin aislamiento: Bob está retirando 200 € de su cuenta al mismo tiempo que Alice hace lo propio. Estas dos operaciones interactúan sobre la misma cuenta (la de Bob). Sin haber aislamiento, hay inconsistencia de datos: No sabemos si el resultado final serán 200 € menos, 100 € menos (lo correcto), o incluso 100 € más, y que no hemos garantizado al independencia de las operaciones, de manera que no se cumple el aislamiento.</a:t>
            </a:r>
          </a:p>
        </p:txBody>
      </p:sp>
    </p:spTree>
    <p:extLst>
      <p:ext uri="{BB962C8B-B14F-4D97-AF65-F5344CB8AC3E}">
        <p14:creationId xmlns:p14="http://schemas.microsoft.com/office/powerpoint/2010/main" val="24461560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Propiedades ACID: Ejemplo</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3539430"/>
          </a:xfrm>
          <a:prstGeom prst="rect">
            <a:avLst/>
          </a:prstGeom>
          <a:noFill/>
        </p:spPr>
        <p:txBody>
          <a:bodyPr wrap="square" rtlCol="0">
            <a:spAutoFit/>
          </a:bodyPr>
          <a:lstStyle/>
          <a:p>
            <a:pPr marL="285750" indent="-285750">
              <a:buFont typeface="Arial" panose="020B0604020202020204" pitchFamily="34" charset="0"/>
              <a:buChar char="•"/>
            </a:pPr>
            <a:r>
              <a:rPr lang="es-ES" sz="3200" b="1" dirty="0">
                <a:solidFill>
                  <a:schemeClr val="accent2"/>
                </a:solidFill>
                <a:latin typeface="Ubuntu" panose="020B0504030602030204" pitchFamily="34" charset="0"/>
              </a:rPr>
              <a:t>D</a:t>
            </a:r>
            <a:r>
              <a:rPr lang="es-ES" sz="3200" b="1" dirty="0">
                <a:latin typeface="Ubuntu" panose="020B0504030602030204" pitchFamily="34" charset="0"/>
              </a:rPr>
              <a:t>urabilidad</a:t>
            </a:r>
          </a:p>
          <a:p>
            <a:endParaRPr lang="es-ES" sz="2400" b="1" dirty="0">
              <a:latin typeface="Ubuntu" panose="020B0504030602030204" pitchFamily="34" charset="0"/>
            </a:endParaRPr>
          </a:p>
          <a:p>
            <a:r>
              <a:rPr lang="es-ES" sz="2400" dirty="0">
                <a:latin typeface="Ubuntu" panose="020B0504030602030204" pitchFamily="34" charset="0"/>
              </a:rPr>
              <a:t>Alice -&gt; 100 € -&gt; Bob</a:t>
            </a:r>
          </a:p>
          <a:p>
            <a:endParaRPr lang="es-ES" sz="2400" dirty="0">
              <a:latin typeface="Ubuntu" panose="020B0504030602030204" pitchFamily="34" charset="0"/>
            </a:endParaRPr>
          </a:p>
          <a:p>
            <a:r>
              <a:rPr lang="es-ES" sz="2400" dirty="0">
                <a:latin typeface="Ubuntu" panose="020B0504030602030204" pitchFamily="34" charset="0"/>
              </a:rPr>
              <a:t>Sin durabilidad: La transacción se completa correctamente, pero el sistema falla y los cambios no se guardan correctamente, de manera que los resultados de la transacción no se conservan. Lleve esto al estado inicial o a un estado intermedio incorrecto en el que el dinero se quede en el limbo o desaparezca, esto hará que no se cumpla la durabilidad.</a:t>
            </a:r>
          </a:p>
        </p:txBody>
      </p:sp>
    </p:spTree>
    <p:extLst>
      <p:ext uri="{BB962C8B-B14F-4D97-AF65-F5344CB8AC3E}">
        <p14:creationId xmlns:p14="http://schemas.microsoft.com/office/powerpoint/2010/main" val="2773317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Normalización de bases de datos</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4524315"/>
          </a:xfrm>
          <a:prstGeom prst="rect">
            <a:avLst/>
          </a:prstGeom>
          <a:noFill/>
        </p:spPr>
        <p:txBody>
          <a:bodyPr wrap="square" rtlCol="0">
            <a:spAutoFit/>
          </a:bodyPr>
          <a:lstStyle/>
          <a:p>
            <a:r>
              <a:rPr lang="es-ES" sz="1800" dirty="0">
                <a:latin typeface="Ubuntu" panose="020B0504030602030204" pitchFamily="34" charset="0"/>
              </a:rPr>
              <a:t>La </a:t>
            </a:r>
            <a:r>
              <a:rPr lang="es-ES" sz="1800" b="1" dirty="0">
                <a:latin typeface="Ubuntu" panose="020B0504030602030204" pitchFamily="34" charset="0"/>
              </a:rPr>
              <a:t>normalización</a:t>
            </a:r>
            <a:r>
              <a:rPr lang="es-ES" sz="1800" dirty="0">
                <a:latin typeface="Ubuntu" panose="020B0504030602030204" pitchFamily="34" charset="0"/>
              </a:rPr>
              <a:t> es, en esencia, un conjunto de reglas que nos sirve para reducir la redundancia de los datos en la tabla, y, por extensión, en la base de datos. Esto hace que se reduzcan los problemas de actualización de datos, protegiendo la integridad.</a:t>
            </a:r>
          </a:p>
          <a:p>
            <a:endParaRPr lang="es-ES" sz="1800" dirty="0">
              <a:latin typeface="Ubuntu" panose="020B0504030602030204" pitchFamily="34" charset="0"/>
            </a:endParaRPr>
          </a:p>
          <a:p>
            <a:r>
              <a:rPr lang="es-ES" sz="1800" dirty="0">
                <a:latin typeface="Ubuntu" panose="020B0504030602030204" pitchFamily="34" charset="0"/>
              </a:rPr>
              <a:t>Toda tabla ha de transformarse en una relación, que cumple las siguientes propiedades:</a:t>
            </a:r>
          </a:p>
          <a:p>
            <a:pPr marL="285750" indent="-285750">
              <a:buFont typeface="Arial" panose="020B0604020202020204" pitchFamily="34" charset="0"/>
              <a:buChar char="•"/>
            </a:pPr>
            <a:r>
              <a:rPr lang="es-ES" sz="1800" dirty="0">
                <a:latin typeface="Ubuntu" panose="020B0504030602030204" pitchFamily="34" charset="0"/>
              </a:rPr>
              <a:t>Las tablas deben tener un </a:t>
            </a:r>
            <a:r>
              <a:rPr lang="es-ES" sz="1800" b="1" dirty="0">
                <a:latin typeface="Ubuntu" panose="020B0504030602030204" pitchFamily="34" charset="0"/>
              </a:rPr>
              <a:t>nombre único</a:t>
            </a:r>
            <a:r>
              <a:rPr lang="es-ES" sz="1800" dirty="0">
                <a:latin typeface="Ubuntu" panose="020B0504030602030204" pitchFamily="34" charset="0"/>
              </a:rPr>
              <a:t>.</a:t>
            </a:r>
          </a:p>
          <a:p>
            <a:pPr marL="285750" indent="-285750">
              <a:buFont typeface="Arial" panose="020B0604020202020204" pitchFamily="34" charset="0"/>
              <a:buChar char="•"/>
            </a:pPr>
            <a:r>
              <a:rPr lang="es-ES" sz="1800" dirty="0">
                <a:latin typeface="Ubuntu" panose="020B0504030602030204" pitchFamily="34" charset="0"/>
              </a:rPr>
              <a:t>Las tablas </a:t>
            </a:r>
            <a:r>
              <a:rPr lang="es-ES" sz="1800" b="1" dirty="0">
                <a:latin typeface="Ubuntu" panose="020B0504030602030204" pitchFamily="34" charset="0"/>
              </a:rPr>
              <a:t>no</a:t>
            </a:r>
            <a:r>
              <a:rPr lang="es-ES" sz="1800" dirty="0">
                <a:latin typeface="Ubuntu" panose="020B0504030602030204" pitchFamily="34" charset="0"/>
              </a:rPr>
              <a:t> pueden contener </a:t>
            </a:r>
            <a:r>
              <a:rPr lang="es-ES" sz="1800" b="1" dirty="0">
                <a:latin typeface="Ubuntu" panose="020B0504030602030204" pitchFamily="34" charset="0"/>
              </a:rPr>
              <a:t>duplicados</a:t>
            </a:r>
            <a:r>
              <a:rPr lang="es-ES" sz="1800" dirty="0">
                <a:latin typeface="Ubuntu" panose="020B0504030602030204" pitchFamily="34" charset="0"/>
              </a:rPr>
              <a:t>.</a:t>
            </a:r>
          </a:p>
          <a:p>
            <a:pPr marL="285750" indent="-285750">
              <a:buFont typeface="Arial" panose="020B0604020202020204" pitchFamily="34" charset="0"/>
              <a:buChar char="•"/>
            </a:pPr>
            <a:r>
              <a:rPr lang="es-ES" sz="1800" dirty="0">
                <a:latin typeface="Ubuntu" panose="020B0504030602030204" pitchFamily="34" charset="0"/>
              </a:rPr>
              <a:t>Todos los </a:t>
            </a:r>
            <a:r>
              <a:rPr lang="es-ES" sz="1800" b="1" dirty="0">
                <a:latin typeface="Ubuntu" panose="020B0504030602030204" pitchFamily="34" charset="0"/>
              </a:rPr>
              <a:t>datos</a:t>
            </a:r>
            <a:r>
              <a:rPr lang="es-ES" sz="1800" dirty="0">
                <a:latin typeface="Ubuntu" panose="020B0504030602030204" pitchFamily="34" charset="0"/>
              </a:rPr>
              <a:t> de una columna deben ser del </a:t>
            </a:r>
            <a:r>
              <a:rPr lang="es-ES" sz="1800" b="1" dirty="0">
                <a:latin typeface="Ubuntu" panose="020B0504030602030204" pitchFamily="34" charset="0"/>
              </a:rPr>
              <a:t>mismo tipo</a:t>
            </a:r>
            <a:r>
              <a:rPr lang="es-ES" sz="1800" dirty="0">
                <a:latin typeface="Ubuntu" panose="020B0504030602030204" pitchFamily="34" charset="0"/>
              </a:rPr>
              <a:t>.</a:t>
            </a:r>
          </a:p>
          <a:p>
            <a:pPr marL="285750" indent="-285750">
              <a:buFont typeface="Arial" panose="020B0604020202020204" pitchFamily="34" charset="0"/>
              <a:buChar char="•"/>
            </a:pPr>
            <a:endParaRPr lang="es-ES" sz="1800" dirty="0">
              <a:latin typeface="Ubuntu" panose="020B0504030602030204" pitchFamily="34" charset="0"/>
            </a:endParaRPr>
          </a:p>
          <a:p>
            <a:r>
              <a:rPr lang="es-ES" sz="1800" dirty="0">
                <a:latin typeface="Ubuntu" panose="020B0504030602030204" pitchFamily="34" charset="0"/>
              </a:rPr>
              <a:t>Como curiosidad, también existe el proceso inverso, la </a:t>
            </a:r>
            <a:r>
              <a:rPr lang="es-ES" sz="1800" b="1" dirty="0">
                <a:latin typeface="Ubuntu" panose="020B0504030602030204" pitchFamily="34" charset="0"/>
              </a:rPr>
              <a:t>desnormalización</a:t>
            </a:r>
            <a:r>
              <a:rPr lang="es-ES" sz="1800" dirty="0">
                <a:latin typeface="Ubuntu" panose="020B0504030602030204" pitchFamily="34" charset="0"/>
              </a:rPr>
              <a:t>. Esto es interesante porque:</a:t>
            </a:r>
          </a:p>
          <a:p>
            <a:pPr marL="285750" indent="-285750">
              <a:buFont typeface="Arial" panose="020B0604020202020204" pitchFamily="34" charset="0"/>
              <a:buChar char="•"/>
            </a:pPr>
            <a:r>
              <a:rPr lang="es-ES" sz="1800" dirty="0">
                <a:latin typeface="Ubuntu" panose="020B0504030602030204" pitchFamily="34" charset="0"/>
              </a:rPr>
              <a:t>Una tabla normalizada es muy útil para operaciones en tiempo real (consultas más ligeras)</a:t>
            </a:r>
          </a:p>
          <a:p>
            <a:pPr marL="285750" indent="-285750">
              <a:buFont typeface="Arial" panose="020B0604020202020204" pitchFamily="34" charset="0"/>
              <a:buChar char="•"/>
            </a:pPr>
            <a:r>
              <a:rPr lang="es-ES" sz="1800" dirty="0">
                <a:latin typeface="Ubuntu" panose="020B0504030602030204" pitchFamily="34" charset="0"/>
              </a:rPr>
              <a:t>Una tabla desnormalizada es más útil para operaciones de Big Data y análisis (operar sobre varias tablas a la vez, como con un JOIN, es muy costoso)</a:t>
            </a:r>
          </a:p>
          <a:p>
            <a:pPr marL="285750" indent="-285750">
              <a:buFont typeface="Arial" panose="020B0604020202020204" pitchFamily="34" charset="0"/>
              <a:buChar char="•"/>
            </a:pPr>
            <a:endParaRPr lang="es-ES" sz="1800" dirty="0">
              <a:latin typeface="Ubuntu" panose="020B0504030602030204" pitchFamily="34" charset="0"/>
            </a:endParaRPr>
          </a:p>
          <a:p>
            <a:r>
              <a:rPr lang="es-ES" sz="1800" dirty="0">
                <a:latin typeface="Ubuntu" panose="020B0504030602030204" pitchFamily="34" charset="0"/>
              </a:rPr>
              <a:t>Puede merecer la pena la redundancia por evitar esos fastidiosos </a:t>
            </a:r>
            <a:r>
              <a:rPr lang="es-ES" sz="1800" dirty="0" err="1">
                <a:latin typeface="Ubuntu" panose="020B0504030602030204" pitchFamily="34" charset="0"/>
              </a:rPr>
              <a:t>JOINs</a:t>
            </a:r>
            <a:r>
              <a:rPr lang="es-ES" sz="1800" dirty="0">
                <a:latin typeface="Ubuntu" panose="020B0504030602030204" pitchFamily="34" charset="0"/>
              </a:rPr>
              <a:t>.</a:t>
            </a:r>
          </a:p>
        </p:txBody>
      </p:sp>
    </p:spTree>
    <p:extLst>
      <p:ext uri="{BB962C8B-B14F-4D97-AF65-F5344CB8AC3E}">
        <p14:creationId xmlns:p14="http://schemas.microsoft.com/office/powerpoint/2010/main" val="3124075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Dependencia funcional</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3108543"/>
          </a:xfrm>
          <a:prstGeom prst="rect">
            <a:avLst/>
          </a:prstGeom>
          <a:noFill/>
        </p:spPr>
        <p:txBody>
          <a:bodyPr wrap="square" rtlCol="0">
            <a:spAutoFit/>
          </a:bodyPr>
          <a:lstStyle/>
          <a:p>
            <a:pPr algn="ctr"/>
            <a:r>
              <a:rPr lang="es-ES" sz="19600" b="1" i="1" spc="600" dirty="0">
                <a:latin typeface="Ubuntu" panose="020B0504030602030204" pitchFamily="34" charset="0"/>
              </a:rPr>
              <a:t>X   Y</a:t>
            </a:r>
          </a:p>
        </p:txBody>
      </p:sp>
      <p:sp>
        <p:nvSpPr>
          <p:cNvPr id="3" name="Flecha: a la derecha 2">
            <a:extLst>
              <a:ext uri="{FF2B5EF4-FFF2-40B4-BE49-F238E27FC236}">
                <a16:creationId xmlns:a16="http://schemas.microsoft.com/office/drawing/2014/main" id="{F632295D-C34E-ECB6-4D70-A0F3801D469B}"/>
              </a:ext>
            </a:extLst>
          </p:cNvPr>
          <p:cNvSpPr/>
          <p:nvPr/>
        </p:nvSpPr>
        <p:spPr>
          <a:xfrm>
            <a:off x="5184559" y="2787588"/>
            <a:ext cx="2281561" cy="5770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6BF1BE6D-2885-2A7F-7740-C5EF0E9B5A39}"/>
              </a:ext>
            </a:extLst>
          </p:cNvPr>
          <p:cNvSpPr txBox="1"/>
          <p:nvPr/>
        </p:nvSpPr>
        <p:spPr>
          <a:xfrm>
            <a:off x="2734322" y="3941685"/>
            <a:ext cx="6809173" cy="400110"/>
          </a:xfrm>
          <a:prstGeom prst="rect">
            <a:avLst/>
          </a:prstGeom>
          <a:noFill/>
        </p:spPr>
        <p:txBody>
          <a:bodyPr wrap="square" rtlCol="0">
            <a:spAutoFit/>
          </a:bodyPr>
          <a:lstStyle/>
          <a:p>
            <a:r>
              <a:rPr lang="es-ES" sz="2000" dirty="0">
                <a:latin typeface="Ubuntu" panose="020B0504030602030204" pitchFamily="34" charset="0"/>
              </a:rPr>
              <a:t>       (Determinante)                                    (Dependiente)</a:t>
            </a:r>
          </a:p>
        </p:txBody>
      </p:sp>
      <p:sp>
        <p:nvSpPr>
          <p:cNvPr id="5" name="CuadroTexto 4">
            <a:extLst>
              <a:ext uri="{FF2B5EF4-FFF2-40B4-BE49-F238E27FC236}">
                <a16:creationId xmlns:a16="http://schemas.microsoft.com/office/drawing/2014/main" id="{90193E07-FC7C-F55D-BB37-236C6C0E77C2}"/>
              </a:ext>
            </a:extLst>
          </p:cNvPr>
          <p:cNvSpPr txBox="1"/>
          <p:nvPr/>
        </p:nvSpPr>
        <p:spPr>
          <a:xfrm>
            <a:off x="2648505" y="4341795"/>
            <a:ext cx="2891161" cy="954107"/>
          </a:xfrm>
          <a:prstGeom prst="rect">
            <a:avLst/>
          </a:prstGeom>
          <a:noFill/>
        </p:spPr>
        <p:txBody>
          <a:bodyPr wrap="square" rtlCol="0">
            <a:spAutoFit/>
          </a:bodyPr>
          <a:lstStyle/>
          <a:p>
            <a:r>
              <a:rPr lang="es-ES" dirty="0">
                <a:latin typeface="Ubuntu" panose="020B0504030602030204" pitchFamily="34" charset="0"/>
              </a:rPr>
              <a:t>Atributo(s) (columna(s)) que influye(n) en el valor de otros atributos, que dependen de él/ellos.</a:t>
            </a:r>
          </a:p>
        </p:txBody>
      </p:sp>
      <p:sp>
        <p:nvSpPr>
          <p:cNvPr id="6" name="CuadroTexto 5">
            <a:extLst>
              <a:ext uri="{FF2B5EF4-FFF2-40B4-BE49-F238E27FC236}">
                <a16:creationId xmlns:a16="http://schemas.microsoft.com/office/drawing/2014/main" id="{9404D8F3-D871-91B0-4490-F2C89BB596E8}"/>
              </a:ext>
            </a:extLst>
          </p:cNvPr>
          <p:cNvSpPr txBox="1"/>
          <p:nvPr/>
        </p:nvSpPr>
        <p:spPr>
          <a:xfrm>
            <a:off x="6566517" y="4341795"/>
            <a:ext cx="2891161" cy="738664"/>
          </a:xfrm>
          <a:prstGeom prst="rect">
            <a:avLst/>
          </a:prstGeom>
          <a:noFill/>
        </p:spPr>
        <p:txBody>
          <a:bodyPr wrap="square" rtlCol="0">
            <a:spAutoFit/>
          </a:bodyPr>
          <a:lstStyle/>
          <a:p>
            <a:r>
              <a:rPr lang="es-ES" dirty="0">
                <a:latin typeface="Ubuntu" panose="020B0504030602030204" pitchFamily="34" charset="0"/>
              </a:rPr>
              <a:t>Atributo(s) cuyo valor es influido por (depende de) el valor de su determinante.</a:t>
            </a:r>
          </a:p>
        </p:txBody>
      </p:sp>
      <p:sp>
        <p:nvSpPr>
          <p:cNvPr id="7" name="CuadroTexto 6">
            <a:extLst>
              <a:ext uri="{FF2B5EF4-FFF2-40B4-BE49-F238E27FC236}">
                <a16:creationId xmlns:a16="http://schemas.microsoft.com/office/drawing/2014/main" id="{40AF4418-4458-1AB6-D314-C35E17809685}"/>
              </a:ext>
            </a:extLst>
          </p:cNvPr>
          <p:cNvSpPr txBox="1"/>
          <p:nvPr/>
        </p:nvSpPr>
        <p:spPr>
          <a:xfrm>
            <a:off x="1695635" y="5593049"/>
            <a:ext cx="9064101" cy="1200329"/>
          </a:xfrm>
          <a:prstGeom prst="rect">
            <a:avLst/>
          </a:prstGeom>
          <a:noFill/>
        </p:spPr>
        <p:txBody>
          <a:bodyPr wrap="square" rtlCol="0">
            <a:spAutoFit/>
          </a:bodyPr>
          <a:lstStyle/>
          <a:p>
            <a:pPr marL="285750" indent="-285750">
              <a:buFont typeface="Arial" panose="020B0604020202020204" pitchFamily="34" charset="0"/>
              <a:buChar char="•"/>
            </a:pPr>
            <a:r>
              <a:rPr lang="es-ES" sz="1800" dirty="0">
                <a:latin typeface="Ubuntu" panose="020B0504030602030204" pitchFamily="34" charset="0"/>
              </a:rPr>
              <a:t>Todo atributo tiene determinante y dependiente (que puede ser sí mismo)</a:t>
            </a:r>
          </a:p>
          <a:p>
            <a:pPr marL="285750" indent="-285750">
              <a:buFont typeface="Arial" panose="020B0604020202020204" pitchFamily="34" charset="0"/>
              <a:buChar char="•"/>
            </a:pPr>
            <a:r>
              <a:rPr lang="es-ES" sz="1800" dirty="0">
                <a:latin typeface="Ubuntu" panose="020B0504030602030204" pitchFamily="34" charset="0"/>
              </a:rPr>
              <a:t>Cada dependiente estará vinculado únicamente a un determinante.</a:t>
            </a:r>
          </a:p>
          <a:p>
            <a:pPr marL="285750" indent="-285750">
              <a:buFont typeface="Arial" panose="020B0604020202020204" pitchFamily="34" charset="0"/>
              <a:buChar char="•"/>
            </a:pPr>
            <a:endParaRPr lang="es-ES" sz="1800" dirty="0">
              <a:latin typeface="Ubuntu" panose="020B0504030602030204" pitchFamily="34" charset="0"/>
            </a:endParaRPr>
          </a:p>
          <a:p>
            <a:r>
              <a:rPr lang="es-ES" sz="1800" dirty="0">
                <a:latin typeface="Ubuntu" panose="020B0504030602030204" pitchFamily="34" charset="0"/>
              </a:rPr>
              <a:t>Tanto determinante como dependiente pueden constar de una o más columnas.</a:t>
            </a:r>
          </a:p>
        </p:txBody>
      </p:sp>
    </p:spTree>
    <p:extLst>
      <p:ext uri="{BB962C8B-B14F-4D97-AF65-F5344CB8AC3E}">
        <p14:creationId xmlns:p14="http://schemas.microsoft.com/office/powerpoint/2010/main" val="272678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err="1"/>
              <a:t>Superclaves</a:t>
            </a:r>
            <a:r>
              <a:rPr lang="es-ES" dirty="0"/>
              <a:t>, claves candidatas, claves primarias y alternativas</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3785652"/>
          </a:xfrm>
          <a:prstGeom prst="rect">
            <a:avLst/>
          </a:prstGeom>
          <a:noFill/>
        </p:spPr>
        <p:txBody>
          <a:bodyPr wrap="square" rtlCol="0">
            <a:spAutoFit/>
          </a:bodyPr>
          <a:lstStyle/>
          <a:p>
            <a:pPr marL="342900" indent="-342900">
              <a:buFont typeface="Arial" panose="020B0604020202020204" pitchFamily="34" charset="0"/>
              <a:buChar char="•"/>
            </a:pPr>
            <a:r>
              <a:rPr lang="es-ES" sz="2400" b="1" dirty="0" err="1">
                <a:latin typeface="Ubuntu" panose="020B0504030602030204" pitchFamily="34" charset="0"/>
              </a:rPr>
              <a:t>Superclave</a:t>
            </a:r>
            <a:r>
              <a:rPr lang="es-ES" sz="2400" dirty="0">
                <a:latin typeface="Ubuntu" panose="020B0504030602030204" pitchFamily="34" charset="0"/>
              </a:rPr>
              <a:t>: Combinación de columnas que permite conseguir un identificador único para cada fila, es decir, todas las columnas con las que se puede obtener el resto de datos para una fila dada.</a:t>
            </a:r>
          </a:p>
          <a:p>
            <a:pPr marL="342900" indent="-342900">
              <a:buFont typeface="Arial" panose="020B0604020202020204" pitchFamily="34" charset="0"/>
              <a:buChar char="•"/>
            </a:pPr>
            <a:r>
              <a:rPr lang="es-ES" sz="2400" b="1" dirty="0">
                <a:latin typeface="Ubuntu" panose="020B0504030602030204" pitchFamily="34" charset="0"/>
              </a:rPr>
              <a:t>Clave candidata</a:t>
            </a:r>
            <a:r>
              <a:rPr lang="es-ES" sz="2400" dirty="0">
                <a:latin typeface="Ubuntu" panose="020B0504030602030204" pitchFamily="34" charset="0"/>
              </a:rPr>
              <a:t>: </a:t>
            </a:r>
            <a:r>
              <a:rPr lang="es-ES" sz="2400" dirty="0" err="1">
                <a:latin typeface="Ubuntu" panose="020B0504030602030204" pitchFamily="34" charset="0"/>
              </a:rPr>
              <a:t>Superclave</a:t>
            </a:r>
            <a:r>
              <a:rPr lang="es-ES" sz="2400" dirty="0">
                <a:latin typeface="Ubuntu" panose="020B0504030602030204" pitchFamily="34" charset="0"/>
              </a:rPr>
              <a:t> con el menor número posible de columnas (o menor combinación). Una de ellas (la supuesta óptima) se convertirá en </a:t>
            </a:r>
            <a:r>
              <a:rPr lang="es-ES" sz="2400" b="1" dirty="0">
                <a:latin typeface="Ubuntu" panose="020B0504030602030204" pitchFamily="34" charset="0"/>
              </a:rPr>
              <a:t>clave primaria</a:t>
            </a:r>
            <a:r>
              <a:rPr lang="es-ES" sz="2400" dirty="0">
                <a:latin typeface="Ubuntu" panose="020B0504030602030204" pitchFamily="34" charset="0"/>
              </a:rPr>
              <a:t> de la tabla, mientras que el resto serán </a:t>
            </a:r>
            <a:r>
              <a:rPr lang="es-ES" sz="2400" b="1" dirty="0">
                <a:latin typeface="Ubuntu" panose="020B0504030602030204" pitchFamily="34" charset="0"/>
              </a:rPr>
              <a:t>claves alternativas</a:t>
            </a:r>
            <a:r>
              <a:rPr lang="es-ES" sz="2400" dirty="0">
                <a:latin typeface="Ubuntu" panose="020B0504030602030204" pitchFamily="34" charset="0"/>
              </a:rPr>
              <a:t>.</a:t>
            </a:r>
          </a:p>
          <a:p>
            <a:pPr marL="342900" indent="-342900">
              <a:buFont typeface="Arial" panose="020B0604020202020204" pitchFamily="34" charset="0"/>
              <a:buChar char="•"/>
            </a:pPr>
            <a:endParaRPr lang="es-ES" sz="2400" b="1" dirty="0">
              <a:latin typeface="Ubuntu" panose="020B0504030602030204" pitchFamily="34" charset="0"/>
            </a:endParaRPr>
          </a:p>
          <a:p>
            <a:r>
              <a:rPr lang="es-ES" sz="2400" dirty="0">
                <a:latin typeface="Ubuntu" panose="020B0504030602030204" pitchFamily="34" charset="0"/>
              </a:rPr>
              <a:t>Toda relación (toda tabla) tiene al menos una </a:t>
            </a:r>
            <a:r>
              <a:rPr lang="es-ES" sz="2400" dirty="0" err="1">
                <a:latin typeface="Ubuntu" panose="020B0504030602030204" pitchFamily="34" charset="0"/>
              </a:rPr>
              <a:t>superclave</a:t>
            </a:r>
            <a:r>
              <a:rPr lang="es-ES" sz="2400" dirty="0">
                <a:latin typeface="Ubuntu" panose="020B0504030602030204" pitchFamily="34" charset="0"/>
              </a:rPr>
              <a:t>, la formada por todos los atributos de su esquema (todas las columnas).</a:t>
            </a:r>
          </a:p>
        </p:txBody>
      </p:sp>
    </p:spTree>
    <p:extLst>
      <p:ext uri="{BB962C8B-B14F-4D97-AF65-F5344CB8AC3E}">
        <p14:creationId xmlns:p14="http://schemas.microsoft.com/office/powerpoint/2010/main" val="85691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38E225-0E44-D17D-DBC5-7C4456320413}"/>
              </a:ext>
            </a:extLst>
          </p:cNvPr>
          <p:cNvSpPr>
            <a:spLocks noGrp="1"/>
          </p:cNvSpPr>
          <p:nvPr>
            <p:ph type="title"/>
          </p:nvPr>
        </p:nvSpPr>
        <p:spPr/>
        <p:txBody>
          <a:bodyPr/>
          <a:lstStyle/>
          <a:p>
            <a:r>
              <a:rPr lang="es-ES" dirty="0"/>
              <a:t>Dependencias y claves: Ejemplo</a:t>
            </a:r>
          </a:p>
        </p:txBody>
      </p:sp>
      <p:sp>
        <p:nvSpPr>
          <p:cNvPr id="3" name="CuadroTexto 2">
            <a:extLst>
              <a:ext uri="{FF2B5EF4-FFF2-40B4-BE49-F238E27FC236}">
                <a16:creationId xmlns:a16="http://schemas.microsoft.com/office/drawing/2014/main" id="{2924DC50-2DF6-4807-C1F0-B20833BA55BA}"/>
              </a:ext>
            </a:extLst>
          </p:cNvPr>
          <p:cNvSpPr txBox="1"/>
          <p:nvPr/>
        </p:nvSpPr>
        <p:spPr>
          <a:xfrm>
            <a:off x="790113" y="1287262"/>
            <a:ext cx="9676660" cy="4524315"/>
          </a:xfrm>
          <a:prstGeom prst="rect">
            <a:avLst/>
          </a:prstGeom>
          <a:noFill/>
        </p:spPr>
        <p:txBody>
          <a:bodyPr wrap="square" rtlCol="0">
            <a:spAutoFit/>
          </a:bodyPr>
          <a:lstStyle/>
          <a:p>
            <a:r>
              <a:rPr lang="es-ES" sz="2400" dirty="0">
                <a:latin typeface="Ubuntu" panose="020B0504030602030204" pitchFamily="34" charset="0"/>
              </a:rPr>
              <a:t>Relación:</a:t>
            </a:r>
          </a:p>
          <a:p>
            <a:r>
              <a:rPr lang="es-ES" sz="2400" b="1" dirty="0">
                <a:latin typeface="Ubuntu" panose="020B0504030602030204" pitchFamily="34" charset="0"/>
              </a:rPr>
              <a:t>Empleados </a:t>
            </a:r>
            <a:r>
              <a:rPr lang="es-ES" sz="2400" dirty="0">
                <a:latin typeface="Ubuntu" panose="020B0504030602030204" pitchFamily="34" charset="0"/>
              </a:rPr>
              <a:t>(DNI, NSS, nombre, apellido, </a:t>
            </a:r>
            <a:r>
              <a:rPr lang="es-ES" sz="2400" dirty="0" err="1">
                <a:latin typeface="Ubuntu" panose="020B0504030602030204" pitchFamily="34" charset="0"/>
              </a:rPr>
              <a:t>telefono</a:t>
            </a:r>
            <a:r>
              <a:rPr lang="es-ES" sz="2400" dirty="0">
                <a:latin typeface="Ubuntu" panose="020B0504030602030204" pitchFamily="34" charset="0"/>
              </a:rPr>
              <a:t>)</a:t>
            </a:r>
          </a:p>
          <a:p>
            <a:endParaRPr lang="es-ES" sz="2400" b="1" dirty="0">
              <a:latin typeface="Ubuntu" panose="020B0504030602030204" pitchFamily="34" charset="0"/>
            </a:endParaRPr>
          </a:p>
          <a:p>
            <a:r>
              <a:rPr lang="es-ES" sz="1800" dirty="0">
                <a:latin typeface="Ubuntu" panose="020B0504030602030204" pitchFamily="34" charset="0"/>
              </a:rPr>
              <a:t>Dependencias funcionales:</a:t>
            </a:r>
          </a:p>
          <a:p>
            <a:r>
              <a:rPr lang="es-ES" sz="1800" b="1" dirty="0">
                <a:latin typeface="Ubuntu" panose="020B0504030602030204" pitchFamily="34" charset="0"/>
              </a:rPr>
              <a:t>DNI -&gt; (nombre, apellido, teléfono)</a:t>
            </a:r>
          </a:p>
          <a:p>
            <a:r>
              <a:rPr lang="es-ES" sz="1800" b="1" dirty="0">
                <a:latin typeface="Ubuntu" panose="020B0504030602030204" pitchFamily="34" charset="0"/>
              </a:rPr>
              <a:t>NSS -&gt; (nombre, apellido, teléfono)</a:t>
            </a:r>
          </a:p>
          <a:p>
            <a:endParaRPr lang="es-ES" sz="1800" b="1" dirty="0">
              <a:latin typeface="Ubuntu" panose="020B0504030602030204" pitchFamily="34" charset="0"/>
            </a:endParaRPr>
          </a:p>
          <a:p>
            <a:r>
              <a:rPr lang="es-ES" sz="1800" dirty="0" err="1">
                <a:latin typeface="Ubuntu" panose="020B0504030602030204" pitchFamily="34" charset="0"/>
              </a:rPr>
              <a:t>Superclaves</a:t>
            </a:r>
            <a:r>
              <a:rPr lang="es-ES" sz="1800" dirty="0">
                <a:latin typeface="Ubuntu" panose="020B0504030602030204" pitchFamily="34" charset="0"/>
              </a:rPr>
              <a:t>:</a:t>
            </a:r>
          </a:p>
          <a:p>
            <a:r>
              <a:rPr lang="es-ES" sz="1800" b="1" dirty="0">
                <a:latin typeface="Ubuntu" panose="020B0504030602030204" pitchFamily="34" charset="0"/>
              </a:rPr>
              <a:t>(DNI, NSS, nombre, apellido, teléfono)</a:t>
            </a:r>
          </a:p>
          <a:p>
            <a:r>
              <a:rPr lang="es-ES" sz="1800" b="1" dirty="0">
                <a:latin typeface="Ubuntu" panose="020B0504030602030204" pitchFamily="34" charset="0"/>
              </a:rPr>
              <a:t>(DNI, apellido)</a:t>
            </a:r>
          </a:p>
          <a:p>
            <a:r>
              <a:rPr lang="es-ES" sz="1800" b="1" dirty="0">
                <a:latin typeface="Ubuntu" panose="020B0504030602030204" pitchFamily="34" charset="0"/>
              </a:rPr>
              <a:t>(NSS) &lt;- clave candidata</a:t>
            </a:r>
          </a:p>
          <a:p>
            <a:r>
              <a:rPr lang="es-ES" sz="1800" b="1" dirty="0">
                <a:latin typeface="Ubuntu" panose="020B0504030602030204" pitchFamily="34" charset="0"/>
              </a:rPr>
              <a:t>(DNI) &lt;- clave candidata</a:t>
            </a:r>
          </a:p>
          <a:p>
            <a:endParaRPr lang="es-ES" sz="1800" b="1" dirty="0">
              <a:latin typeface="Ubuntu" panose="020B0504030602030204" pitchFamily="34" charset="0"/>
            </a:endParaRPr>
          </a:p>
          <a:p>
            <a:r>
              <a:rPr lang="es-ES" sz="1800" dirty="0">
                <a:latin typeface="Ubuntu" panose="020B0504030602030204" pitchFamily="34" charset="0"/>
              </a:rPr>
              <a:t>Ahora, dependiendo del contexto del problema elegiremos una u otra. Para un contexto de salud (hospitales, clínicas), la NSS parece más apropiada. Para el resto de contextos, DNI.</a:t>
            </a:r>
          </a:p>
        </p:txBody>
      </p:sp>
    </p:spTree>
    <p:extLst>
      <p:ext uri="{BB962C8B-B14F-4D97-AF65-F5344CB8AC3E}">
        <p14:creationId xmlns:p14="http://schemas.microsoft.com/office/powerpoint/2010/main" val="1893341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38E225-0E44-D17D-DBC5-7C4456320413}"/>
              </a:ext>
            </a:extLst>
          </p:cNvPr>
          <p:cNvSpPr>
            <a:spLocks noGrp="1"/>
          </p:cNvSpPr>
          <p:nvPr>
            <p:ph type="title"/>
          </p:nvPr>
        </p:nvSpPr>
        <p:spPr/>
        <p:txBody>
          <a:bodyPr/>
          <a:lstStyle/>
          <a:p>
            <a:r>
              <a:rPr lang="es-ES" dirty="0"/>
              <a:t>Dependencias y claves: Ejemplo</a:t>
            </a:r>
          </a:p>
        </p:txBody>
      </p:sp>
      <p:sp>
        <p:nvSpPr>
          <p:cNvPr id="3" name="CuadroTexto 2">
            <a:extLst>
              <a:ext uri="{FF2B5EF4-FFF2-40B4-BE49-F238E27FC236}">
                <a16:creationId xmlns:a16="http://schemas.microsoft.com/office/drawing/2014/main" id="{2924DC50-2DF6-4807-C1F0-B20833BA55BA}"/>
              </a:ext>
            </a:extLst>
          </p:cNvPr>
          <p:cNvSpPr txBox="1"/>
          <p:nvPr/>
        </p:nvSpPr>
        <p:spPr>
          <a:xfrm>
            <a:off x="790113" y="1287262"/>
            <a:ext cx="9676660" cy="3724096"/>
          </a:xfrm>
          <a:prstGeom prst="rect">
            <a:avLst/>
          </a:prstGeom>
          <a:noFill/>
        </p:spPr>
        <p:txBody>
          <a:bodyPr wrap="square" rtlCol="0">
            <a:spAutoFit/>
          </a:bodyPr>
          <a:lstStyle/>
          <a:p>
            <a:r>
              <a:rPr lang="es-ES" sz="2400" dirty="0">
                <a:latin typeface="Ubuntu" panose="020B0504030602030204" pitchFamily="34" charset="0"/>
              </a:rPr>
              <a:t>Relación:</a:t>
            </a:r>
          </a:p>
          <a:p>
            <a:r>
              <a:rPr lang="es-ES" sz="2400" b="1" dirty="0">
                <a:latin typeface="Ubuntu" panose="020B0504030602030204" pitchFamily="34" charset="0"/>
              </a:rPr>
              <a:t>Despachos </a:t>
            </a:r>
            <a:r>
              <a:rPr lang="es-ES" sz="2400" dirty="0">
                <a:latin typeface="Ubuntu" panose="020B0504030602030204" pitchFamily="34" charset="0"/>
              </a:rPr>
              <a:t>(edificio, numero, superficie)</a:t>
            </a:r>
          </a:p>
          <a:p>
            <a:r>
              <a:rPr lang="es-ES" sz="1000" dirty="0">
                <a:latin typeface="Ubuntu" panose="020B0504030602030204" pitchFamily="34" charset="0"/>
              </a:rPr>
              <a:t>En este problema, cada edificio tiene varios despachos con un número , que es gestionado por el propio edificio, de manera que el número identifica al despacho dentro del edificio, pero no fuera.</a:t>
            </a:r>
          </a:p>
          <a:p>
            <a:endParaRPr lang="es-ES" sz="2400" b="1" dirty="0">
              <a:latin typeface="Ubuntu" panose="020B0504030602030204" pitchFamily="34" charset="0"/>
            </a:endParaRPr>
          </a:p>
          <a:p>
            <a:r>
              <a:rPr lang="es-ES" sz="1800" dirty="0">
                <a:latin typeface="Ubuntu" panose="020B0504030602030204" pitchFamily="34" charset="0"/>
              </a:rPr>
              <a:t>Dependencias funcionales:</a:t>
            </a:r>
          </a:p>
          <a:p>
            <a:r>
              <a:rPr lang="es-ES" sz="1800" b="1" dirty="0">
                <a:latin typeface="Ubuntu" panose="020B0504030602030204" pitchFamily="34" charset="0"/>
              </a:rPr>
              <a:t>(edificio, numero) -&gt; superficie</a:t>
            </a:r>
          </a:p>
          <a:p>
            <a:r>
              <a:rPr lang="es-ES" sz="1800" dirty="0" err="1">
                <a:latin typeface="Ubuntu" panose="020B0504030602030204" pitchFamily="34" charset="0"/>
              </a:rPr>
              <a:t>Superclaves</a:t>
            </a:r>
            <a:r>
              <a:rPr lang="es-ES" sz="1800" dirty="0">
                <a:latin typeface="Ubuntu" panose="020B0504030602030204" pitchFamily="34" charset="0"/>
              </a:rPr>
              <a:t>:</a:t>
            </a:r>
          </a:p>
          <a:p>
            <a:r>
              <a:rPr lang="es-ES" sz="1800" b="1" dirty="0">
                <a:latin typeface="Ubuntu" panose="020B0504030602030204" pitchFamily="34" charset="0"/>
              </a:rPr>
              <a:t>(edificio, numero, superficie)</a:t>
            </a:r>
          </a:p>
          <a:p>
            <a:r>
              <a:rPr lang="es-ES" sz="1800" b="1" dirty="0">
                <a:latin typeface="Ubuntu" panose="020B0504030602030204" pitchFamily="34" charset="0"/>
              </a:rPr>
              <a:t>(edificio, numero) &lt;- clave candidata</a:t>
            </a:r>
          </a:p>
          <a:p>
            <a:endParaRPr lang="es-ES" sz="1800" b="1" dirty="0">
              <a:latin typeface="Ubuntu" panose="020B0504030602030204" pitchFamily="34" charset="0"/>
            </a:endParaRPr>
          </a:p>
          <a:p>
            <a:r>
              <a:rPr lang="es-ES" sz="1800" dirty="0">
                <a:latin typeface="Ubuntu" panose="020B0504030602030204" pitchFamily="34" charset="0"/>
              </a:rPr>
              <a:t>Al solo haber una clave candidata para este problema, esa será la clave primaria y no habrá claves alternativas.</a:t>
            </a:r>
          </a:p>
        </p:txBody>
      </p:sp>
    </p:spTree>
    <p:extLst>
      <p:ext uri="{BB962C8B-B14F-4D97-AF65-F5344CB8AC3E}">
        <p14:creationId xmlns:p14="http://schemas.microsoft.com/office/powerpoint/2010/main" val="2345557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5E3E67-8567-E86A-CBE2-6F1515DF3E07}"/>
              </a:ext>
            </a:extLst>
          </p:cNvPr>
          <p:cNvSpPr>
            <a:spLocks noGrp="1"/>
          </p:cNvSpPr>
          <p:nvPr>
            <p:ph type="title"/>
          </p:nvPr>
        </p:nvSpPr>
        <p:spPr/>
        <p:txBody>
          <a:bodyPr/>
          <a:lstStyle/>
          <a:p>
            <a:r>
              <a:rPr lang="es-ES" dirty="0"/>
              <a:t>Formas Normales</a:t>
            </a:r>
          </a:p>
        </p:txBody>
      </p:sp>
      <p:sp>
        <p:nvSpPr>
          <p:cNvPr id="3" name="CuadroTexto 2">
            <a:extLst>
              <a:ext uri="{FF2B5EF4-FFF2-40B4-BE49-F238E27FC236}">
                <a16:creationId xmlns:a16="http://schemas.microsoft.com/office/drawing/2014/main" id="{205D15B9-7481-04D5-8F54-96266E9480E2}"/>
              </a:ext>
            </a:extLst>
          </p:cNvPr>
          <p:cNvSpPr txBox="1"/>
          <p:nvPr/>
        </p:nvSpPr>
        <p:spPr>
          <a:xfrm>
            <a:off x="798989" y="1518082"/>
            <a:ext cx="9685539" cy="3539430"/>
          </a:xfrm>
          <a:prstGeom prst="rect">
            <a:avLst/>
          </a:prstGeom>
          <a:noFill/>
        </p:spPr>
        <p:txBody>
          <a:bodyPr wrap="square" rtlCol="0">
            <a:spAutoFit/>
          </a:bodyPr>
          <a:lstStyle/>
          <a:p>
            <a:r>
              <a:rPr lang="es-ES" sz="3200" b="1" dirty="0">
                <a:latin typeface="Ubuntu" panose="020B0504030602030204" pitchFamily="34" charset="0"/>
              </a:rPr>
              <a:t>“Una base de datos está en una forma normal cuando todas sus tablas están en es forma normal.”</a:t>
            </a:r>
          </a:p>
          <a:p>
            <a:endParaRPr lang="es-ES" sz="3200" b="1" dirty="0">
              <a:latin typeface="Ubuntu" panose="020B0504030602030204" pitchFamily="34" charset="0"/>
            </a:endParaRPr>
          </a:p>
          <a:p>
            <a:r>
              <a:rPr lang="es-ES" sz="3200" dirty="0">
                <a:latin typeface="Ubuntu" panose="020B0504030602030204" pitchFamily="34" charset="0"/>
              </a:rPr>
              <a:t>El proceso de normalizar una base de datos consiste, por tanto, en normalizar sus tablas para cumplir una serie de condiciones.</a:t>
            </a:r>
          </a:p>
        </p:txBody>
      </p:sp>
    </p:spTree>
    <p:extLst>
      <p:ext uri="{BB962C8B-B14F-4D97-AF65-F5344CB8AC3E}">
        <p14:creationId xmlns:p14="http://schemas.microsoft.com/office/powerpoint/2010/main" val="3778723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420060-354A-962A-5FC1-05A9D0036E36}"/>
              </a:ext>
            </a:extLst>
          </p:cNvPr>
          <p:cNvSpPr>
            <a:spLocks noGrp="1"/>
          </p:cNvSpPr>
          <p:nvPr>
            <p:ph type="title"/>
          </p:nvPr>
        </p:nvSpPr>
        <p:spPr/>
        <p:txBody>
          <a:bodyPr/>
          <a:lstStyle/>
          <a:p>
            <a:r>
              <a:rPr lang="es-ES" dirty="0"/>
              <a:t>Primera Forma Normal (1FN)</a:t>
            </a:r>
          </a:p>
        </p:txBody>
      </p:sp>
      <p:sp>
        <p:nvSpPr>
          <p:cNvPr id="4" name="CuadroTexto 3">
            <a:extLst>
              <a:ext uri="{FF2B5EF4-FFF2-40B4-BE49-F238E27FC236}">
                <a16:creationId xmlns:a16="http://schemas.microsoft.com/office/drawing/2014/main" id="{1B3AF063-2691-C615-1C99-7BC994CA1886}"/>
              </a:ext>
            </a:extLst>
          </p:cNvPr>
          <p:cNvSpPr txBox="1"/>
          <p:nvPr/>
        </p:nvSpPr>
        <p:spPr>
          <a:xfrm>
            <a:off x="719091" y="1207363"/>
            <a:ext cx="10662082" cy="3416320"/>
          </a:xfrm>
          <a:prstGeom prst="rect">
            <a:avLst/>
          </a:prstGeom>
          <a:noFill/>
        </p:spPr>
        <p:txBody>
          <a:bodyPr wrap="square" rtlCol="0">
            <a:spAutoFit/>
          </a:bodyPr>
          <a:lstStyle/>
          <a:p>
            <a:r>
              <a:rPr lang="es-ES" sz="2400" dirty="0">
                <a:latin typeface="Ubuntu" panose="020B0504030602030204" pitchFamily="34" charset="0"/>
              </a:rPr>
              <a:t>Una tabla está en 1FN cuando:</a:t>
            </a:r>
          </a:p>
          <a:p>
            <a:pPr marL="342900" indent="-342900">
              <a:buFont typeface="Arial" panose="020B0604020202020204" pitchFamily="34" charset="0"/>
              <a:buChar char="•"/>
            </a:pPr>
            <a:r>
              <a:rPr lang="es-ES" sz="2400" dirty="0">
                <a:latin typeface="Ubuntu" panose="020B0504030602030204" pitchFamily="34" charset="0"/>
              </a:rPr>
              <a:t>Se cumple la </a:t>
            </a:r>
            <a:r>
              <a:rPr lang="es-ES" sz="2400" b="1" dirty="0">
                <a:latin typeface="Ubuntu" panose="020B0504030602030204" pitchFamily="34" charset="0"/>
              </a:rPr>
              <a:t>Atomicidad</a:t>
            </a:r>
            <a:r>
              <a:rPr lang="es-ES" sz="2400" dirty="0">
                <a:latin typeface="Ubuntu" panose="020B0504030602030204" pitchFamily="34" charset="0"/>
              </a:rPr>
              <a:t> de la información (un dato por celda): Nombre completo -&gt; Nombre, apellido1, apellido2</a:t>
            </a:r>
          </a:p>
          <a:p>
            <a:pPr marL="342900" indent="-342900">
              <a:buFont typeface="Arial" panose="020B0604020202020204" pitchFamily="34" charset="0"/>
              <a:buChar char="•"/>
            </a:pPr>
            <a:r>
              <a:rPr lang="es-ES" sz="2400" dirty="0">
                <a:latin typeface="Ubuntu" panose="020B0504030602030204" pitchFamily="34" charset="0"/>
              </a:rPr>
              <a:t>Existe un campo único o conjunto de los mismos que no se repite mediante el cual realizar búsquedas (</a:t>
            </a:r>
            <a:r>
              <a:rPr lang="es-ES" sz="2400" b="1" dirty="0">
                <a:latin typeface="Ubuntu" panose="020B0504030602030204" pitchFamily="34" charset="0"/>
              </a:rPr>
              <a:t>clave primaria</a:t>
            </a:r>
            <a:r>
              <a:rPr lang="es-ES" sz="2400" dirty="0">
                <a:latin typeface="Ubuntu" panose="020B0504030602030204" pitchFamily="34" charset="0"/>
              </a:rPr>
              <a:t>) a partir del cual se determinan el resto de campos.</a:t>
            </a:r>
          </a:p>
          <a:p>
            <a:pPr marL="342900" indent="-342900">
              <a:buFont typeface="Arial" panose="020B0604020202020204" pitchFamily="34" charset="0"/>
              <a:buChar char="•"/>
            </a:pPr>
            <a:r>
              <a:rPr lang="es-ES" sz="2400" dirty="0">
                <a:latin typeface="Ubuntu" panose="020B0504030602030204" pitchFamily="34" charset="0"/>
              </a:rPr>
              <a:t>Las </a:t>
            </a:r>
            <a:r>
              <a:rPr lang="es-ES" sz="2400" b="1" dirty="0">
                <a:latin typeface="Ubuntu" panose="020B0504030602030204" pitchFamily="34" charset="0"/>
              </a:rPr>
              <a:t>columnas</a:t>
            </a:r>
            <a:r>
              <a:rPr lang="es-ES" sz="2400" dirty="0">
                <a:latin typeface="Ubuntu" panose="020B0504030602030204" pitchFamily="34" charset="0"/>
              </a:rPr>
              <a:t> de la tabla y su número </a:t>
            </a:r>
            <a:r>
              <a:rPr lang="es-ES" sz="2400" b="1" dirty="0">
                <a:latin typeface="Ubuntu" panose="020B0504030602030204" pitchFamily="34" charset="0"/>
              </a:rPr>
              <a:t>no deben variar</a:t>
            </a:r>
            <a:r>
              <a:rPr lang="es-ES" sz="2400" dirty="0">
                <a:latin typeface="Ubuntu" panose="020B0504030602030204" pitchFamily="34" charset="0"/>
              </a:rPr>
              <a:t>.</a:t>
            </a:r>
          </a:p>
          <a:p>
            <a:pPr marL="342900" indent="-342900">
              <a:buFont typeface="Arial" panose="020B0604020202020204" pitchFamily="34" charset="0"/>
              <a:buChar char="•"/>
            </a:pPr>
            <a:r>
              <a:rPr lang="es-ES" sz="2400" dirty="0">
                <a:latin typeface="Ubuntu" panose="020B0504030602030204" pitchFamily="34" charset="0"/>
              </a:rPr>
              <a:t>No debe haber grupos repetidos, que deben eliminarse (es decir, que no se repita la clave primaria)</a:t>
            </a:r>
          </a:p>
        </p:txBody>
      </p:sp>
    </p:spTree>
    <p:extLst>
      <p:ext uri="{BB962C8B-B14F-4D97-AF65-F5344CB8AC3E}">
        <p14:creationId xmlns:p14="http://schemas.microsoft.com/office/powerpoint/2010/main" val="1183901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779A3E-A68B-FB83-1486-3FA1FE96AFBF}"/>
              </a:ext>
            </a:extLst>
          </p:cNvPr>
          <p:cNvSpPr>
            <a:spLocks noGrp="1"/>
          </p:cNvSpPr>
          <p:nvPr>
            <p:ph type="title"/>
          </p:nvPr>
        </p:nvSpPr>
        <p:spPr/>
        <p:txBody>
          <a:bodyPr/>
          <a:lstStyle/>
          <a:p>
            <a:r>
              <a:rPr lang="es-ES" dirty="0"/>
              <a:t>1FN: Ejemplo</a:t>
            </a:r>
          </a:p>
        </p:txBody>
      </p:sp>
      <p:pic>
        <p:nvPicPr>
          <p:cNvPr id="1026" name="Picture 2">
            <a:extLst>
              <a:ext uri="{FF2B5EF4-FFF2-40B4-BE49-F238E27FC236}">
                <a16:creationId xmlns:a16="http://schemas.microsoft.com/office/drawing/2014/main" id="{A515DAFE-2BE2-DF99-A212-A39FD15741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192" y="2926071"/>
            <a:ext cx="11212076" cy="2254049"/>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79921FBB-ABFE-00BE-1E5D-89544BB12887}"/>
              </a:ext>
            </a:extLst>
          </p:cNvPr>
          <p:cNvSpPr txBox="1"/>
          <p:nvPr/>
        </p:nvSpPr>
        <p:spPr>
          <a:xfrm>
            <a:off x="429192" y="1677880"/>
            <a:ext cx="11322925" cy="1200329"/>
          </a:xfrm>
          <a:prstGeom prst="rect">
            <a:avLst/>
          </a:prstGeom>
          <a:noFill/>
        </p:spPr>
        <p:txBody>
          <a:bodyPr wrap="square" rtlCol="0">
            <a:spAutoFit/>
          </a:bodyPr>
          <a:lstStyle/>
          <a:p>
            <a:r>
              <a:rPr lang="es-ES" sz="2400" b="1" dirty="0">
                <a:latin typeface="Ubuntu" panose="020B0504030602030204" pitchFamily="34" charset="0"/>
              </a:rPr>
              <a:t>Matriculados (</a:t>
            </a:r>
            <a:r>
              <a:rPr lang="es-ES" sz="2400" b="1" u="sng" dirty="0" err="1">
                <a:latin typeface="Ubuntu" panose="020B0504030602030204" pitchFamily="34" charset="0"/>
              </a:rPr>
              <a:t>codigo_curso</a:t>
            </a:r>
            <a:r>
              <a:rPr lang="es-ES" sz="2400" b="1" dirty="0">
                <a:latin typeface="Ubuntu" panose="020B0504030602030204" pitchFamily="34" charset="0"/>
              </a:rPr>
              <a:t>, </a:t>
            </a:r>
            <a:r>
              <a:rPr lang="es-ES" sz="2400" b="1" u="sng" dirty="0" err="1">
                <a:latin typeface="Ubuntu" panose="020B0504030602030204" pitchFamily="34" charset="0"/>
              </a:rPr>
              <a:t>codigo_alumno</a:t>
            </a:r>
            <a:r>
              <a:rPr lang="es-ES" sz="2400" b="1" dirty="0">
                <a:latin typeface="Ubuntu" panose="020B0504030602030204" pitchFamily="34" charset="0"/>
              </a:rPr>
              <a:t>, </a:t>
            </a:r>
            <a:r>
              <a:rPr lang="es-ES" sz="2400" dirty="0" err="1">
                <a:latin typeface="Ubuntu" panose="020B0504030602030204" pitchFamily="34" charset="0"/>
              </a:rPr>
              <a:t>nombre_alumno</a:t>
            </a:r>
            <a:r>
              <a:rPr lang="es-ES" sz="2400" dirty="0">
                <a:latin typeface="Ubuntu" panose="020B0504030602030204" pitchFamily="34" charset="0"/>
              </a:rPr>
              <a:t>, </a:t>
            </a:r>
            <a:r>
              <a:rPr lang="es-ES" sz="2400" dirty="0" err="1">
                <a:latin typeface="Ubuntu" panose="020B0504030602030204" pitchFamily="34" charset="0"/>
              </a:rPr>
              <a:t>apellidos_alumno</a:t>
            </a:r>
            <a:r>
              <a:rPr lang="es-ES" sz="2400" dirty="0">
                <a:latin typeface="Ubuntu" panose="020B0504030602030204" pitchFamily="34" charset="0"/>
              </a:rPr>
              <a:t>, </a:t>
            </a:r>
            <a:r>
              <a:rPr lang="es-ES" sz="2400" dirty="0" err="1">
                <a:latin typeface="Ubuntu" panose="020B0504030602030204" pitchFamily="34" charset="0"/>
              </a:rPr>
              <a:t>telefono</a:t>
            </a:r>
            <a:r>
              <a:rPr lang="es-ES" sz="2400" dirty="0">
                <a:latin typeface="Ubuntu" panose="020B0504030602030204" pitchFamily="34" charset="0"/>
              </a:rPr>
              <a:t>, localidad, provincia, </a:t>
            </a:r>
            <a:r>
              <a:rPr lang="es-ES" sz="2400" dirty="0" err="1">
                <a:latin typeface="Ubuntu" panose="020B0504030602030204" pitchFamily="34" charset="0"/>
              </a:rPr>
              <a:t>nombre_curso</a:t>
            </a:r>
            <a:r>
              <a:rPr lang="es-ES" sz="2400" dirty="0">
                <a:latin typeface="Ubuntu" panose="020B0504030602030204" pitchFamily="34" charset="0"/>
              </a:rPr>
              <a:t>, </a:t>
            </a:r>
            <a:r>
              <a:rPr lang="es-ES" sz="2400" dirty="0" err="1">
                <a:latin typeface="Ubuntu" panose="020B0504030602030204" pitchFamily="34" charset="0"/>
              </a:rPr>
              <a:t>aula_curso</a:t>
            </a:r>
            <a:r>
              <a:rPr lang="es-ES" sz="2400" dirty="0">
                <a:latin typeface="Ubuntu" panose="020B0504030602030204" pitchFamily="34" charset="0"/>
              </a:rPr>
              <a:t>, </a:t>
            </a:r>
            <a:r>
              <a:rPr lang="es-ES" sz="2400" b="1" u="sng" dirty="0">
                <a:latin typeface="Ubuntu" panose="020B0504030602030204" pitchFamily="34" charset="0"/>
              </a:rPr>
              <a:t>matricula</a:t>
            </a:r>
            <a:r>
              <a:rPr lang="es-ES" sz="2400" dirty="0">
                <a:latin typeface="Ubuntu" panose="020B0504030602030204" pitchFamily="34" charset="0"/>
              </a:rPr>
              <a:t>, </a:t>
            </a:r>
            <a:r>
              <a:rPr lang="es-ES" sz="2400" dirty="0" err="1">
                <a:latin typeface="Ubuntu" panose="020B0504030602030204" pitchFamily="34" charset="0"/>
              </a:rPr>
              <a:t>calificacion</a:t>
            </a:r>
            <a:r>
              <a:rPr lang="es-ES" sz="2400" b="1" dirty="0">
                <a:latin typeface="Ubuntu" panose="020B0504030602030204" pitchFamily="34" charset="0"/>
              </a:rPr>
              <a:t>)</a:t>
            </a:r>
          </a:p>
        </p:txBody>
      </p:sp>
      <p:sp>
        <p:nvSpPr>
          <p:cNvPr id="4" name="CuadroTexto 3">
            <a:extLst>
              <a:ext uri="{FF2B5EF4-FFF2-40B4-BE49-F238E27FC236}">
                <a16:creationId xmlns:a16="http://schemas.microsoft.com/office/drawing/2014/main" id="{DDA936D0-78D1-306E-768E-08121D45FC0A}"/>
              </a:ext>
            </a:extLst>
          </p:cNvPr>
          <p:cNvSpPr txBox="1"/>
          <p:nvPr/>
        </p:nvSpPr>
        <p:spPr>
          <a:xfrm>
            <a:off x="1339913" y="5278170"/>
            <a:ext cx="10301355" cy="1569660"/>
          </a:xfrm>
          <a:prstGeom prst="rect">
            <a:avLst/>
          </a:prstGeom>
          <a:noFill/>
        </p:spPr>
        <p:txBody>
          <a:bodyPr wrap="square" rtlCol="0">
            <a:spAutoFit/>
          </a:bodyPr>
          <a:lstStyle/>
          <a:p>
            <a:r>
              <a:rPr lang="es-ES" sz="1600" dirty="0">
                <a:latin typeface="Ubuntu" panose="020B0504030602030204" pitchFamily="34" charset="0"/>
              </a:rPr>
              <a:t>Vemos que no se cumple la </a:t>
            </a:r>
            <a:r>
              <a:rPr lang="es-ES" sz="1600" b="1" dirty="0">
                <a:latin typeface="Ubuntu" panose="020B0504030602030204" pitchFamily="34" charset="0"/>
              </a:rPr>
              <a:t>atomicidad </a:t>
            </a:r>
            <a:r>
              <a:rPr lang="es-ES" sz="1600" dirty="0">
                <a:latin typeface="Ubuntu" panose="020B0504030602030204" pitchFamily="34" charset="0"/>
              </a:rPr>
              <a:t>de los datos, cada alumno tiene más de un </a:t>
            </a:r>
            <a:r>
              <a:rPr lang="es-ES" sz="1600" b="1" dirty="0">
                <a:latin typeface="Ubuntu" panose="020B0504030602030204" pitchFamily="34" charset="0"/>
              </a:rPr>
              <a:t>teléfono</a:t>
            </a:r>
            <a:r>
              <a:rPr lang="es-ES" sz="1600" dirty="0">
                <a:latin typeface="Ubuntu" panose="020B0504030602030204" pitchFamily="34" charset="0"/>
              </a:rPr>
              <a:t> (lo de los apellidos lo ignoraremos por ahora pues no nos interesa funcionalmente para el caso de uso que gestionamos; al igual que el código del aula, que tiene dos partes, letra y número).</a:t>
            </a:r>
          </a:p>
          <a:p>
            <a:endParaRPr lang="es-ES" sz="1600" dirty="0">
              <a:latin typeface="Ubuntu" panose="020B0504030602030204" pitchFamily="34" charset="0"/>
            </a:endParaRPr>
          </a:p>
          <a:p>
            <a:r>
              <a:rPr lang="es-ES" sz="1600" dirty="0">
                <a:latin typeface="Ubuntu" panose="020B0504030602030204" pitchFamily="34" charset="0"/>
              </a:rPr>
              <a:t>Para resolver este problema observamos que </a:t>
            </a:r>
            <a:r>
              <a:rPr lang="es-ES" sz="1600" b="1" dirty="0" err="1">
                <a:latin typeface="Ubuntu" panose="020B0504030602030204" pitchFamily="34" charset="0"/>
              </a:rPr>
              <a:t>telefono</a:t>
            </a:r>
            <a:r>
              <a:rPr lang="es-ES" sz="1600" dirty="0">
                <a:latin typeface="Ubuntu" panose="020B0504030602030204" pitchFamily="34" charset="0"/>
              </a:rPr>
              <a:t> depende de </a:t>
            </a:r>
            <a:r>
              <a:rPr lang="es-ES" sz="1600" b="1" dirty="0" err="1">
                <a:latin typeface="Ubuntu" panose="020B0504030602030204" pitchFamily="34" charset="0"/>
              </a:rPr>
              <a:t>codigo_alumno</a:t>
            </a:r>
            <a:r>
              <a:rPr lang="es-ES" sz="1600" dirty="0">
                <a:latin typeface="Ubuntu" panose="020B0504030602030204" pitchFamily="34" charset="0"/>
              </a:rPr>
              <a:t>, por lo que podemos pasarlo a otra tabla.</a:t>
            </a:r>
          </a:p>
        </p:txBody>
      </p:sp>
    </p:spTree>
    <p:extLst>
      <p:ext uri="{BB962C8B-B14F-4D97-AF65-F5344CB8AC3E}">
        <p14:creationId xmlns:p14="http://schemas.microsoft.com/office/powerpoint/2010/main" val="15111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7EE410-EC4C-7AAC-94EA-3A842F4B1030}"/>
              </a:ext>
            </a:extLst>
          </p:cNvPr>
          <p:cNvSpPr>
            <a:spLocks noGrp="1"/>
          </p:cNvSpPr>
          <p:nvPr>
            <p:ph type="title"/>
          </p:nvPr>
        </p:nvSpPr>
        <p:spPr/>
        <p:txBody>
          <a:bodyPr/>
          <a:lstStyle/>
          <a:p>
            <a:r>
              <a:rPr lang="es-ES" dirty="0"/>
              <a:t>1FN: Ejemplo</a:t>
            </a:r>
          </a:p>
        </p:txBody>
      </p:sp>
      <p:sp>
        <p:nvSpPr>
          <p:cNvPr id="3" name="CuadroTexto 2">
            <a:extLst>
              <a:ext uri="{FF2B5EF4-FFF2-40B4-BE49-F238E27FC236}">
                <a16:creationId xmlns:a16="http://schemas.microsoft.com/office/drawing/2014/main" id="{42DD224D-4B19-988D-3DA8-93A53FFC4B53}"/>
              </a:ext>
            </a:extLst>
          </p:cNvPr>
          <p:cNvSpPr txBox="1"/>
          <p:nvPr/>
        </p:nvSpPr>
        <p:spPr>
          <a:xfrm>
            <a:off x="506027" y="1145219"/>
            <a:ext cx="7945515" cy="1754326"/>
          </a:xfrm>
          <a:prstGeom prst="rect">
            <a:avLst/>
          </a:prstGeom>
          <a:noFill/>
        </p:spPr>
        <p:txBody>
          <a:bodyPr wrap="square" rtlCol="0">
            <a:spAutoFit/>
          </a:bodyPr>
          <a:lstStyle/>
          <a:p>
            <a:pPr marL="285750" indent="-285750">
              <a:buFont typeface="Arial" panose="020B0604020202020204" pitchFamily="34" charset="0"/>
              <a:buChar char="•"/>
            </a:pPr>
            <a:r>
              <a:rPr lang="es-ES" sz="1800" dirty="0">
                <a:latin typeface="Ubuntu" panose="020B0504030602030204" pitchFamily="34" charset="0"/>
              </a:rPr>
              <a:t>Podríamos haber desglosado los registros de manera que solo hubiera un teléfono por registro, repitiendo todos los demás; pero eso haría que se repitiera la clave primaria.</a:t>
            </a:r>
          </a:p>
          <a:p>
            <a:pPr marL="285750" indent="-285750">
              <a:buFont typeface="Arial" panose="020B0604020202020204" pitchFamily="34" charset="0"/>
              <a:buChar char="•"/>
            </a:pPr>
            <a:r>
              <a:rPr lang="es-ES" sz="1800" dirty="0">
                <a:latin typeface="Ubuntu" panose="020B0504030602030204" pitchFamily="34" charset="0"/>
              </a:rPr>
              <a:t>Podríamos haber puesto cada teléfono en una columna distinta (telefono1, telefono2, telefono3, …) pero dada la variabilidad y la cantidad de nulos que resultarían, no sería eficiente.</a:t>
            </a:r>
          </a:p>
        </p:txBody>
      </p:sp>
      <p:pic>
        <p:nvPicPr>
          <p:cNvPr id="1028" name="Picture 4">
            <a:extLst>
              <a:ext uri="{FF2B5EF4-FFF2-40B4-BE49-F238E27FC236}">
                <a16:creationId xmlns:a16="http://schemas.microsoft.com/office/drawing/2014/main" id="{DB13D271-578B-A810-2414-47AA84FBE0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2189" y="3133946"/>
            <a:ext cx="9934898" cy="361502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ector: angular 6">
            <a:extLst>
              <a:ext uri="{FF2B5EF4-FFF2-40B4-BE49-F238E27FC236}">
                <a16:creationId xmlns:a16="http://schemas.microsoft.com/office/drawing/2014/main" id="{75DC6346-9707-C653-F9E6-4452820E8B65}"/>
              </a:ext>
            </a:extLst>
          </p:cNvPr>
          <p:cNvCxnSpPr>
            <a:cxnSpLocks/>
          </p:cNvCxnSpPr>
          <p:nvPr/>
        </p:nvCxnSpPr>
        <p:spPr>
          <a:xfrm rot="16200000" flipH="1">
            <a:off x="2090690" y="4381129"/>
            <a:ext cx="186432" cy="17755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CuadroTexto 10">
            <a:extLst>
              <a:ext uri="{FF2B5EF4-FFF2-40B4-BE49-F238E27FC236}">
                <a16:creationId xmlns:a16="http://schemas.microsoft.com/office/drawing/2014/main" id="{B7DDFF0E-2FB2-5D13-2FAA-C58D1AEA8F34}"/>
              </a:ext>
            </a:extLst>
          </p:cNvPr>
          <p:cNvSpPr txBox="1"/>
          <p:nvPr/>
        </p:nvSpPr>
        <p:spPr>
          <a:xfrm>
            <a:off x="3311371" y="2991775"/>
            <a:ext cx="7945515" cy="1515800"/>
          </a:xfrm>
          <a:prstGeom prst="rect">
            <a:avLst/>
          </a:prstGeom>
          <a:solidFill>
            <a:schemeClr val="bg1"/>
          </a:solidFill>
        </p:spPr>
        <p:txBody>
          <a:bodyPr wrap="square" rtlCol="0">
            <a:spAutoFit/>
          </a:bodyPr>
          <a:lstStyle/>
          <a:p>
            <a:pPr rtl="0">
              <a:spcBef>
                <a:spcPts val="75"/>
              </a:spcBef>
              <a:spcAft>
                <a:spcPts val="75"/>
              </a:spcAft>
            </a:pPr>
            <a:r>
              <a:rPr lang="es-ES" sz="1800" i="0" u="none" strike="noStrike" dirty="0">
                <a:solidFill>
                  <a:srgbClr val="000000"/>
                </a:solidFill>
                <a:effectLst/>
                <a:latin typeface="Ubuntu" panose="020B0504030602030204" pitchFamily="34" charset="0"/>
              </a:rPr>
              <a:t>Solución: (el color indica relaciones entre clave primaria y clave foráne</a:t>
            </a:r>
            <a:r>
              <a:rPr lang="es-ES" sz="1800" dirty="0">
                <a:latin typeface="Ubuntu" panose="020B0504030602030204" pitchFamily="34" charset="0"/>
              </a:rPr>
              <a:t>a)</a:t>
            </a:r>
            <a:endParaRPr lang="es-ES" sz="1800" i="0" u="none" strike="noStrike" dirty="0">
              <a:solidFill>
                <a:srgbClr val="000000"/>
              </a:solidFill>
              <a:effectLst/>
              <a:latin typeface="Ubuntu" panose="020B0504030602030204" pitchFamily="34" charset="0"/>
            </a:endParaRPr>
          </a:p>
          <a:p>
            <a:pPr rtl="0">
              <a:spcBef>
                <a:spcPts val="75"/>
              </a:spcBef>
              <a:spcAft>
                <a:spcPts val="75"/>
              </a:spcAft>
            </a:pPr>
            <a:r>
              <a:rPr lang="es-ES" sz="1800" b="1" i="0" u="none" strike="noStrike" dirty="0">
                <a:solidFill>
                  <a:srgbClr val="000000"/>
                </a:solidFill>
                <a:effectLst/>
                <a:latin typeface="Ubuntu" panose="020B0504030602030204" pitchFamily="34" charset="0"/>
              </a:rPr>
              <a:t>Matriculados</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latin typeface="Ubuntu" panose="020B0504030602030204" pitchFamily="34" charset="0"/>
              </a:rPr>
              <a:t>codigo_curso</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highlight>
                  <a:srgbClr val="00FFFF"/>
                </a:highlight>
                <a:latin typeface="Ubuntu" panose="020B0504030602030204" pitchFamily="34" charset="0"/>
              </a:rPr>
              <a:t>codigo_alumno</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nombre_alumno</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apellidos_alumno</a:t>
            </a:r>
            <a:r>
              <a:rPr lang="es-ES" sz="1800" b="0" i="0" u="none" strike="noStrike" dirty="0">
                <a:solidFill>
                  <a:srgbClr val="000000"/>
                </a:solidFill>
                <a:effectLst/>
                <a:latin typeface="Ubuntu" panose="020B0504030602030204" pitchFamily="34" charset="0"/>
              </a:rPr>
              <a:t>, localidad, provincia, </a:t>
            </a:r>
            <a:r>
              <a:rPr lang="es-ES" sz="1800" b="0" i="0" u="none" strike="noStrike" dirty="0" err="1">
                <a:solidFill>
                  <a:srgbClr val="000000"/>
                </a:solidFill>
                <a:effectLst/>
                <a:latin typeface="Ubuntu" panose="020B0504030602030204" pitchFamily="34" charset="0"/>
              </a:rPr>
              <a:t>nombre_curso</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aula_curso</a:t>
            </a:r>
            <a:r>
              <a:rPr lang="es-ES" sz="1800" b="0" i="0" u="none" strike="noStrike" dirty="0">
                <a:solidFill>
                  <a:srgbClr val="000000"/>
                </a:solidFill>
                <a:effectLst/>
                <a:latin typeface="Ubuntu" panose="020B0504030602030204" pitchFamily="34" charset="0"/>
              </a:rPr>
              <a:t>, </a:t>
            </a:r>
            <a:r>
              <a:rPr lang="es-ES" sz="1800" b="1" i="0" u="sng" dirty="0">
                <a:solidFill>
                  <a:srgbClr val="000000"/>
                </a:solidFill>
                <a:effectLst/>
                <a:latin typeface="Ubuntu" panose="020B0504030602030204" pitchFamily="34" charset="0"/>
              </a:rPr>
              <a:t>matricula</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calificacion</a:t>
            </a:r>
            <a:r>
              <a:rPr lang="es-ES" sz="1800" b="0" i="0" u="none" strike="noStrike" dirty="0">
                <a:solidFill>
                  <a:srgbClr val="000000"/>
                </a:solidFill>
                <a:effectLst/>
                <a:latin typeface="Ubuntu" panose="020B0504030602030204" pitchFamily="34" charset="0"/>
              </a:rPr>
              <a:t>)</a:t>
            </a:r>
            <a:endParaRPr lang="es-ES" b="0" dirty="0">
              <a:effectLst/>
            </a:endParaRPr>
          </a:p>
          <a:p>
            <a:r>
              <a:rPr lang="es-ES" sz="1800" b="1" i="0" u="none" strike="noStrike" dirty="0" err="1">
                <a:solidFill>
                  <a:srgbClr val="000000"/>
                </a:solidFill>
                <a:effectLst/>
                <a:latin typeface="Ubuntu" panose="020B0504030602030204" pitchFamily="34" charset="0"/>
              </a:rPr>
              <a:t>Telefonos</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highlight>
                  <a:srgbClr val="00FFFF"/>
                </a:highlight>
                <a:latin typeface="Ubuntu" panose="020B0504030602030204" pitchFamily="34" charset="0"/>
              </a:rPr>
              <a:t>codigo_alumno</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latin typeface="Ubuntu" panose="020B0504030602030204" pitchFamily="34" charset="0"/>
              </a:rPr>
              <a:t>telefono</a:t>
            </a:r>
            <a:r>
              <a:rPr lang="es-ES" sz="1800" b="0" i="0" u="none" strike="noStrike" dirty="0">
                <a:solidFill>
                  <a:srgbClr val="000000"/>
                </a:solidFill>
                <a:effectLst/>
                <a:latin typeface="Ubuntu" panose="020B0504030602030204" pitchFamily="34" charset="0"/>
              </a:rPr>
              <a:t>)</a:t>
            </a:r>
            <a:endParaRPr lang="es-ES" dirty="0"/>
          </a:p>
        </p:txBody>
      </p:sp>
    </p:spTree>
    <p:extLst>
      <p:ext uri="{BB962C8B-B14F-4D97-AF65-F5344CB8AC3E}">
        <p14:creationId xmlns:p14="http://schemas.microsoft.com/office/powerpoint/2010/main" val="3359422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420060-354A-962A-5FC1-05A9D0036E36}"/>
              </a:ext>
            </a:extLst>
          </p:cNvPr>
          <p:cNvSpPr>
            <a:spLocks noGrp="1"/>
          </p:cNvSpPr>
          <p:nvPr>
            <p:ph type="title"/>
          </p:nvPr>
        </p:nvSpPr>
        <p:spPr/>
        <p:txBody>
          <a:bodyPr/>
          <a:lstStyle/>
          <a:p>
            <a:r>
              <a:rPr lang="es-ES" dirty="0"/>
              <a:t>Segunda Forma Normal (2FN)</a:t>
            </a:r>
          </a:p>
        </p:txBody>
      </p:sp>
      <p:sp>
        <p:nvSpPr>
          <p:cNvPr id="5" name="CuadroTexto 4">
            <a:extLst>
              <a:ext uri="{FF2B5EF4-FFF2-40B4-BE49-F238E27FC236}">
                <a16:creationId xmlns:a16="http://schemas.microsoft.com/office/drawing/2014/main" id="{E8460B54-DDDA-65EE-8A6F-92CA3CB45A7F}"/>
              </a:ext>
            </a:extLst>
          </p:cNvPr>
          <p:cNvSpPr txBox="1"/>
          <p:nvPr/>
        </p:nvSpPr>
        <p:spPr>
          <a:xfrm>
            <a:off x="719091" y="1207363"/>
            <a:ext cx="10662082" cy="1938992"/>
          </a:xfrm>
          <a:prstGeom prst="rect">
            <a:avLst/>
          </a:prstGeom>
          <a:noFill/>
        </p:spPr>
        <p:txBody>
          <a:bodyPr wrap="square" rtlCol="0">
            <a:spAutoFit/>
          </a:bodyPr>
          <a:lstStyle/>
          <a:p>
            <a:r>
              <a:rPr lang="es-ES" sz="2400" dirty="0">
                <a:latin typeface="Ubuntu" panose="020B0504030602030204" pitchFamily="34" charset="0"/>
              </a:rPr>
              <a:t>Una tabla está en 2FN cuando:</a:t>
            </a:r>
          </a:p>
          <a:p>
            <a:pPr marL="342900" indent="-342900">
              <a:buFont typeface="Arial" panose="020B0604020202020204" pitchFamily="34" charset="0"/>
              <a:buChar char="•"/>
            </a:pPr>
            <a:r>
              <a:rPr lang="es-ES" sz="2400" dirty="0">
                <a:latin typeface="Ubuntu" panose="020B0504030602030204" pitchFamily="34" charset="0"/>
              </a:rPr>
              <a:t>Está en 1FN.</a:t>
            </a:r>
          </a:p>
          <a:p>
            <a:pPr marL="342900" indent="-342900">
              <a:buFont typeface="Arial" panose="020B0604020202020204" pitchFamily="34" charset="0"/>
              <a:buChar char="•"/>
            </a:pPr>
            <a:r>
              <a:rPr lang="es-ES" sz="2400" dirty="0">
                <a:latin typeface="Ubuntu" panose="020B0504030602030204" pitchFamily="34" charset="0"/>
              </a:rPr>
              <a:t>Todos los campos del registro dependen de la clave primaria </a:t>
            </a:r>
            <a:r>
              <a:rPr lang="es-ES" sz="2400" b="1" dirty="0">
                <a:latin typeface="Ubuntu" panose="020B0504030602030204" pitchFamily="34" charset="0"/>
              </a:rPr>
              <a:t>por completo</a:t>
            </a:r>
            <a:r>
              <a:rPr lang="es-ES" sz="2400" dirty="0">
                <a:latin typeface="Ubuntu" panose="020B0504030602030204" pitchFamily="34" charset="0"/>
              </a:rPr>
              <a:t>, y no de otro campo o conjunto de campos que no sean la clave primaria o parte de la misma.</a:t>
            </a:r>
          </a:p>
        </p:txBody>
      </p:sp>
    </p:spTree>
    <p:extLst>
      <p:ext uri="{BB962C8B-B14F-4D97-AF65-F5344CB8AC3E}">
        <p14:creationId xmlns:p14="http://schemas.microsoft.com/office/powerpoint/2010/main" val="1772308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AFCD5E-FCB6-0369-DF5A-1EF4BFAE7813}"/>
              </a:ext>
            </a:extLst>
          </p:cNvPr>
          <p:cNvSpPr>
            <a:spLocks noGrp="1"/>
          </p:cNvSpPr>
          <p:nvPr>
            <p:ph type="title"/>
          </p:nvPr>
        </p:nvSpPr>
        <p:spPr/>
        <p:txBody>
          <a:bodyPr/>
          <a:lstStyle/>
          <a:p>
            <a:r>
              <a:rPr lang="es-ES" dirty="0"/>
              <a:t>2FN: Ejemplo</a:t>
            </a:r>
          </a:p>
        </p:txBody>
      </p:sp>
      <p:pic>
        <p:nvPicPr>
          <p:cNvPr id="3" name="Picture 4">
            <a:extLst>
              <a:ext uri="{FF2B5EF4-FFF2-40B4-BE49-F238E27FC236}">
                <a16:creationId xmlns:a16="http://schemas.microsoft.com/office/drawing/2014/main" id="{B9F7252B-F302-FC77-A59B-5BD458876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192" y="1287690"/>
            <a:ext cx="8665391" cy="3153084"/>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32FF1067-81F6-E8C6-9C62-137C5710A52D}"/>
              </a:ext>
            </a:extLst>
          </p:cNvPr>
          <p:cNvSpPr txBox="1"/>
          <p:nvPr/>
        </p:nvSpPr>
        <p:spPr>
          <a:xfrm>
            <a:off x="1713390" y="4589755"/>
            <a:ext cx="8930936" cy="1754326"/>
          </a:xfrm>
          <a:prstGeom prst="rect">
            <a:avLst/>
          </a:prstGeom>
          <a:noFill/>
        </p:spPr>
        <p:txBody>
          <a:bodyPr wrap="square" rtlCol="0">
            <a:spAutoFit/>
          </a:bodyPr>
          <a:lstStyle/>
          <a:p>
            <a:r>
              <a:rPr lang="es-ES" sz="1800" dirty="0">
                <a:latin typeface="Ubuntu" panose="020B0504030602030204" pitchFamily="34" charset="0"/>
              </a:rPr>
              <a:t>Aquí vemos que todos los campos no dependen de la clave primaria (</a:t>
            </a:r>
            <a:r>
              <a:rPr lang="es-ES" sz="1800" dirty="0" err="1">
                <a:latin typeface="Ubuntu" panose="020B0504030602030204" pitchFamily="34" charset="0"/>
              </a:rPr>
              <a:t>codigo_curso</a:t>
            </a:r>
            <a:r>
              <a:rPr lang="es-ES" sz="1800" dirty="0">
                <a:latin typeface="Ubuntu" panose="020B0504030602030204" pitchFamily="34" charset="0"/>
              </a:rPr>
              <a:t>, </a:t>
            </a:r>
            <a:r>
              <a:rPr lang="es-ES" sz="1800" dirty="0" err="1">
                <a:latin typeface="Ubuntu" panose="020B0504030602030204" pitchFamily="34" charset="0"/>
              </a:rPr>
              <a:t>codigo_alumno</a:t>
            </a:r>
            <a:r>
              <a:rPr lang="es-ES" sz="1800" dirty="0">
                <a:latin typeface="Ubuntu" panose="020B0504030602030204" pitchFamily="34" charset="0"/>
              </a:rPr>
              <a:t>, matricula).</a:t>
            </a:r>
          </a:p>
          <a:p>
            <a:r>
              <a:rPr lang="es-ES" sz="1800" dirty="0">
                <a:latin typeface="Ubuntu" panose="020B0504030602030204" pitchFamily="34" charset="0"/>
              </a:rPr>
              <a:t>Por un lado tenemos datos que dependen del alumno (nombre, apellidos, localidad, provincia), datos que dependen del curso (nombre del curso, aula) y otros, como la matriculación, que sí </a:t>
            </a:r>
            <a:r>
              <a:rPr lang="es-ES" sz="1800" dirty="0" err="1">
                <a:latin typeface="Ubuntu" panose="020B0504030602030204" pitchFamily="34" charset="0"/>
              </a:rPr>
              <a:t>dependende</a:t>
            </a:r>
            <a:r>
              <a:rPr lang="es-ES" sz="1800" dirty="0">
                <a:latin typeface="Ubuntu" panose="020B0504030602030204" pitchFamily="34" charset="0"/>
              </a:rPr>
              <a:t> los tres campos.</a:t>
            </a:r>
          </a:p>
          <a:p>
            <a:r>
              <a:rPr lang="es-ES" sz="1800" dirty="0">
                <a:latin typeface="Ubuntu" panose="020B0504030602030204" pitchFamily="34" charset="0"/>
              </a:rPr>
              <a:t>Nuevamente tendremos que separar en distintas tablas.</a:t>
            </a:r>
          </a:p>
        </p:txBody>
      </p:sp>
    </p:spTree>
    <p:extLst>
      <p:ext uri="{BB962C8B-B14F-4D97-AF65-F5344CB8AC3E}">
        <p14:creationId xmlns:p14="http://schemas.microsoft.com/office/powerpoint/2010/main" val="1145707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457CA0-240C-AC08-0BF9-E6F9201BE4C1}"/>
              </a:ext>
            </a:extLst>
          </p:cNvPr>
          <p:cNvSpPr>
            <a:spLocks noGrp="1"/>
          </p:cNvSpPr>
          <p:nvPr>
            <p:ph type="title"/>
          </p:nvPr>
        </p:nvSpPr>
        <p:spPr/>
        <p:txBody>
          <a:bodyPr/>
          <a:lstStyle/>
          <a:p>
            <a:r>
              <a:rPr lang="es-ES" dirty="0"/>
              <a:t>2FN: Ejemplo</a:t>
            </a:r>
          </a:p>
        </p:txBody>
      </p:sp>
      <p:pic>
        <p:nvPicPr>
          <p:cNvPr id="2050" name="Picture 2">
            <a:extLst>
              <a:ext uri="{FF2B5EF4-FFF2-40B4-BE49-F238E27FC236}">
                <a16:creationId xmlns:a16="http://schemas.microsoft.com/office/drawing/2014/main" id="{13F32361-3A79-DD1C-3357-F9EECF3D21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408" y="1233488"/>
            <a:ext cx="8895627" cy="3107693"/>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AD00B1B2-C167-64DC-5B2E-BE5C466D6D4F}"/>
              </a:ext>
            </a:extLst>
          </p:cNvPr>
          <p:cNvSpPr txBox="1"/>
          <p:nvPr/>
        </p:nvSpPr>
        <p:spPr>
          <a:xfrm>
            <a:off x="3737499" y="4379533"/>
            <a:ext cx="8234137" cy="2146742"/>
          </a:xfrm>
          <a:prstGeom prst="rect">
            <a:avLst/>
          </a:prstGeom>
          <a:noFill/>
        </p:spPr>
        <p:txBody>
          <a:bodyPr wrap="square">
            <a:spAutoFit/>
          </a:bodyPr>
          <a:lstStyle/>
          <a:p>
            <a:pPr rtl="0">
              <a:spcBef>
                <a:spcPts val="75"/>
              </a:spcBef>
              <a:spcAft>
                <a:spcPts val="75"/>
              </a:spcAft>
            </a:pPr>
            <a:r>
              <a:rPr lang="es-ES" sz="1800" i="0" u="none" strike="noStrike" dirty="0">
                <a:solidFill>
                  <a:srgbClr val="000000"/>
                </a:solidFill>
                <a:effectLst/>
                <a:latin typeface="Ubuntu" panose="020B0504030602030204" pitchFamily="34" charset="0"/>
              </a:rPr>
              <a:t>Solución:</a:t>
            </a:r>
          </a:p>
          <a:p>
            <a:pPr rtl="0">
              <a:spcBef>
                <a:spcPts val="75"/>
              </a:spcBef>
              <a:spcAft>
                <a:spcPts val="75"/>
              </a:spcAft>
            </a:pPr>
            <a:endParaRPr lang="es-ES" sz="1800" b="1" dirty="0">
              <a:latin typeface="Ubuntu" panose="020B0504030602030204" pitchFamily="34" charset="0"/>
            </a:endParaRPr>
          </a:p>
          <a:p>
            <a:pPr rtl="0">
              <a:spcBef>
                <a:spcPts val="75"/>
              </a:spcBef>
              <a:spcAft>
                <a:spcPts val="75"/>
              </a:spcAft>
            </a:pPr>
            <a:r>
              <a:rPr lang="es-ES" sz="1800" b="1" i="0" u="none" strike="noStrike" dirty="0">
                <a:solidFill>
                  <a:srgbClr val="000000"/>
                </a:solidFill>
                <a:effectLst/>
                <a:latin typeface="Ubuntu" panose="020B0504030602030204" pitchFamily="34" charset="0"/>
              </a:rPr>
              <a:t>Alumnos</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highlight>
                  <a:srgbClr val="00FFFF"/>
                </a:highlight>
                <a:latin typeface="Ubuntu" panose="020B0504030602030204" pitchFamily="34" charset="0"/>
              </a:rPr>
              <a:t>codigo_alumno</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nombre_alumno</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apellidos_alumno</a:t>
            </a:r>
            <a:r>
              <a:rPr lang="es-ES" sz="1800" b="0" i="0" u="none" strike="noStrike" dirty="0">
                <a:solidFill>
                  <a:srgbClr val="000000"/>
                </a:solidFill>
                <a:effectLst/>
                <a:latin typeface="Ubuntu" panose="020B0504030602030204" pitchFamily="34" charset="0"/>
              </a:rPr>
              <a:t>, localidad, provincia)</a:t>
            </a:r>
            <a:endParaRPr lang="es-ES" sz="1800" b="0" dirty="0">
              <a:effectLst/>
            </a:endParaRPr>
          </a:p>
          <a:p>
            <a:pPr rtl="0">
              <a:spcBef>
                <a:spcPts val="75"/>
              </a:spcBef>
              <a:spcAft>
                <a:spcPts val="75"/>
              </a:spcAft>
            </a:pPr>
            <a:r>
              <a:rPr lang="es-ES" sz="1800" b="1" i="0" u="none" strike="noStrike" dirty="0" err="1">
                <a:solidFill>
                  <a:srgbClr val="000000"/>
                </a:solidFill>
                <a:effectLst/>
                <a:latin typeface="Ubuntu" panose="020B0504030602030204" pitchFamily="34" charset="0"/>
              </a:rPr>
              <a:t>Telefonos</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highlight>
                  <a:srgbClr val="00FFFF"/>
                </a:highlight>
                <a:latin typeface="Ubuntu" panose="020B0504030602030204" pitchFamily="34" charset="0"/>
              </a:rPr>
              <a:t>codigo_alumno</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latin typeface="Ubuntu" panose="020B0504030602030204" pitchFamily="34" charset="0"/>
              </a:rPr>
              <a:t>telefono</a:t>
            </a:r>
            <a:r>
              <a:rPr lang="es-ES" sz="1800" b="0" i="0" u="none" strike="noStrike" dirty="0">
                <a:solidFill>
                  <a:srgbClr val="000000"/>
                </a:solidFill>
                <a:effectLst/>
                <a:latin typeface="Ubuntu" panose="020B0504030602030204" pitchFamily="34" charset="0"/>
              </a:rPr>
              <a:t>)</a:t>
            </a:r>
            <a:endParaRPr lang="es-ES" sz="1800" b="0" dirty="0">
              <a:effectLst/>
            </a:endParaRPr>
          </a:p>
          <a:p>
            <a:pPr rtl="0">
              <a:spcBef>
                <a:spcPts val="75"/>
              </a:spcBef>
              <a:spcAft>
                <a:spcPts val="75"/>
              </a:spcAft>
            </a:pPr>
            <a:r>
              <a:rPr lang="es-ES" sz="1800" b="1" i="0" u="none" strike="noStrike" dirty="0">
                <a:solidFill>
                  <a:srgbClr val="000000"/>
                </a:solidFill>
                <a:effectLst/>
                <a:latin typeface="Ubuntu" panose="020B0504030602030204" pitchFamily="34" charset="0"/>
              </a:rPr>
              <a:t>Cursos</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highlight>
                  <a:srgbClr val="FF9900"/>
                </a:highlight>
                <a:latin typeface="Ubuntu" panose="020B0504030602030204" pitchFamily="34" charset="0"/>
              </a:rPr>
              <a:t>codigo_curso</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nombre_curso</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aula_curso</a:t>
            </a:r>
            <a:r>
              <a:rPr lang="es-ES" sz="1800" b="0" i="0" u="none" strike="noStrike" dirty="0">
                <a:solidFill>
                  <a:srgbClr val="000000"/>
                </a:solidFill>
                <a:effectLst/>
                <a:latin typeface="Ubuntu" panose="020B0504030602030204" pitchFamily="34" charset="0"/>
              </a:rPr>
              <a:t>)</a:t>
            </a:r>
            <a:endParaRPr lang="es-ES" sz="1800" b="0" dirty="0">
              <a:effectLst/>
            </a:endParaRPr>
          </a:p>
          <a:p>
            <a:r>
              <a:rPr lang="es-ES" sz="1800" b="1" i="0" u="none" strike="noStrike" dirty="0">
                <a:solidFill>
                  <a:srgbClr val="000000"/>
                </a:solidFill>
                <a:effectLst/>
                <a:latin typeface="Ubuntu" panose="020B0504030602030204" pitchFamily="34" charset="0"/>
              </a:rPr>
              <a:t>Matriculados</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highlight>
                  <a:srgbClr val="FF9900"/>
                </a:highlight>
                <a:latin typeface="Ubuntu" panose="020B0504030602030204" pitchFamily="34" charset="0"/>
              </a:rPr>
              <a:t>codigo_curso</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highlight>
                  <a:srgbClr val="00FFFF"/>
                </a:highlight>
                <a:latin typeface="Ubuntu" panose="020B0504030602030204" pitchFamily="34" charset="0"/>
              </a:rPr>
              <a:t>codigo_alumno</a:t>
            </a:r>
            <a:r>
              <a:rPr lang="es-ES" sz="1800" b="0" i="0" u="none" strike="noStrike" dirty="0">
                <a:solidFill>
                  <a:srgbClr val="000000"/>
                </a:solidFill>
                <a:effectLst/>
                <a:latin typeface="Ubuntu" panose="020B0504030602030204" pitchFamily="34" charset="0"/>
              </a:rPr>
              <a:t>, </a:t>
            </a:r>
            <a:r>
              <a:rPr lang="es-ES" sz="1800" b="1" i="0" u="sng" dirty="0">
                <a:solidFill>
                  <a:srgbClr val="000000"/>
                </a:solidFill>
                <a:effectLst/>
                <a:latin typeface="Ubuntu" panose="020B0504030602030204" pitchFamily="34" charset="0"/>
              </a:rPr>
              <a:t>matricula</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calificacion</a:t>
            </a:r>
            <a:r>
              <a:rPr lang="es-ES" sz="1800" b="0" i="0" u="none" strike="noStrike" dirty="0">
                <a:solidFill>
                  <a:srgbClr val="000000"/>
                </a:solidFill>
                <a:effectLst/>
                <a:latin typeface="Ubuntu" panose="020B0504030602030204" pitchFamily="34" charset="0"/>
              </a:rPr>
              <a:t>)</a:t>
            </a:r>
            <a:endParaRPr lang="es-ES" sz="1800" dirty="0"/>
          </a:p>
        </p:txBody>
      </p:sp>
    </p:spTree>
    <p:extLst>
      <p:ext uri="{BB962C8B-B14F-4D97-AF65-F5344CB8AC3E}">
        <p14:creationId xmlns:p14="http://schemas.microsoft.com/office/powerpoint/2010/main" val="1807209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420060-354A-962A-5FC1-05A9D0036E36}"/>
              </a:ext>
            </a:extLst>
          </p:cNvPr>
          <p:cNvSpPr>
            <a:spLocks noGrp="1"/>
          </p:cNvSpPr>
          <p:nvPr>
            <p:ph type="title"/>
          </p:nvPr>
        </p:nvSpPr>
        <p:spPr/>
        <p:txBody>
          <a:bodyPr/>
          <a:lstStyle/>
          <a:p>
            <a:r>
              <a:rPr lang="es-ES" dirty="0"/>
              <a:t>Tercera Forma Normal (3FN)</a:t>
            </a:r>
          </a:p>
        </p:txBody>
      </p:sp>
      <p:sp>
        <p:nvSpPr>
          <p:cNvPr id="3" name="CuadroTexto 2">
            <a:extLst>
              <a:ext uri="{FF2B5EF4-FFF2-40B4-BE49-F238E27FC236}">
                <a16:creationId xmlns:a16="http://schemas.microsoft.com/office/drawing/2014/main" id="{9D5ED458-698A-DD92-F3E6-8EFC58A44D69}"/>
              </a:ext>
            </a:extLst>
          </p:cNvPr>
          <p:cNvSpPr txBox="1"/>
          <p:nvPr/>
        </p:nvSpPr>
        <p:spPr>
          <a:xfrm>
            <a:off x="719091" y="1207363"/>
            <a:ext cx="10662082" cy="4524315"/>
          </a:xfrm>
          <a:prstGeom prst="rect">
            <a:avLst/>
          </a:prstGeom>
          <a:noFill/>
        </p:spPr>
        <p:txBody>
          <a:bodyPr wrap="square" rtlCol="0">
            <a:spAutoFit/>
          </a:bodyPr>
          <a:lstStyle/>
          <a:p>
            <a:r>
              <a:rPr lang="es-ES" sz="2400" dirty="0">
                <a:latin typeface="Ubuntu" panose="020B0504030602030204" pitchFamily="34" charset="0"/>
              </a:rPr>
              <a:t>Una tabla está en 3FN cuando:</a:t>
            </a:r>
          </a:p>
          <a:p>
            <a:pPr marL="342900" indent="-342900">
              <a:buFont typeface="Arial" panose="020B0604020202020204" pitchFamily="34" charset="0"/>
              <a:buChar char="•"/>
            </a:pPr>
            <a:r>
              <a:rPr lang="es-ES" sz="2400" dirty="0">
                <a:latin typeface="Ubuntu" panose="020B0504030602030204" pitchFamily="34" charset="0"/>
              </a:rPr>
              <a:t>Está en 2FN.</a:t>
            </a:r>
          </a:p>
          <a:p>
            <a:pPr marL="342900" indent="-342900">
              <a:buFont typeface="Arial" panose="020B0604020202020204" pitchFamily="34" charset="0"/>
              <a:buChar char="•"/>
            </a:pPr>
            <a:r>
              <a:rPr lang="es-ES" sz="2400" dirty="0">
                <a:latin typeface="Ubuntu" panose="020B0504030602030204" pitchFamily="34" charset="0"/>
              </a:rPr>
              <a:t>No hay ningún campo que no dependa de la clave.</a:t>
            </a:r>
          </a:p>
          <a:p>
            <a:pPr marL="342900" indent="-342900">
              <a:buFont typeface="Arial" panose="020B0604020202020204" pitchFamily="34" charset="0"/>
              <a:buChar char="•"/>
            </a:pPr>
            <a:r>
              <a:rPr lang="es-ES" sz="2400" dirty="0">
                <a:latin typeface="Ubuntu" panose="020B0504030602030204" pitchFamily="34" charset="0"/>
              </a:rPr>
              <a:t>No hay ninguna dependencia transitiva.</a:t>
            </a:r>
          </a:p>
          <a:p>
            <a:pPr marL="342900" indent="-342900">
              <a:buFont typeface="Arial" panose="020B0604020202020204" pitchFamily="34" charset="0"/>
              <a:buChar char="•"/>
            </a:pPr>
            <a:endParaRPr lang="es-ES" sz="2400" dirty="0">
              <a:latin typeface="Ubuntu" panose="020B0504030602030204" pitchFamily="34" charset="0"/>
            </a:endParaRPr>
          </a:p>
          <a:p>
            <a:r>
              <a:rPr lang="es-ES" sz="2400" dirty="0">
                <a:latin typeface="Ubuntu" panose="020B0504030602030204" pitchFamily="34" charset="0"/>
              </a:rPr>
              <a:t>Dependencia transitiva:</a:t>
            </a:r>
          </a:p>
          <a:p>
            <a:r>
              <a:rPr lang="es-ES" sz="2400" dirty="0">
                <a:latin typeface="Ubuntu" panose="020B0504030602030204" pitchFamily="34" charset="0"/>
              </a:rPr>
              <a:t>X -&gt; Y -&gt; Z</a:t>
            </a:r>
          </a:p>
          <a:p>
            <a:endParaRPr lang="es-ES" sz="2400" dirty="0">
              <a:latin typeface="Ubuntu" panose="020B0504030602030204" pitchFamily="34" charset="0"/>
            </a:endParaRPr>
          </a:p>
          <a:p>
            <a:r>
              <a:rPr lang="es-ES" sz="2400" dirty="0">
                <a:latin typeface="Ubuntu" panose="020B0504030602030204" pitchFamily="34" charset="0"/>
              </a:rPr>
              <a:t>Z dependerá de X pero solo porque depende de Y, cuyo determinante es X.</a:t>
            </a:r>
          </a:p>
          <a:p>
            <a:endParaRPr lang="es-ES" sz="2400" dirty="0">
              <a:latin typeface="Ubuntu" panose="020B0504030602030204" pitchFamily="34" charset="0"/>
            </a:endParaRPr>
          </a:p>
          <a:p>
            <a:r>
              <a:rPr lang="es-ES" sz="2400" dirty="0">
                <a:latin typeface="Ubuntu" panose="020B0504030602030204" pitchFamily="34" charset="0"/>
              </a:rPr>
              <a:t>Esto se resuelve de manera que Z se pasa a otra tabla, usando Y como clave en dicha otra tabla.</a:t>
            </a:r>
          </a:p>
        </p:txBody>
      </p:sp>
    </p:spTree>
    <p:extLst>
      <p:ext uri="{BB962C8B-B14F-4D97-AF65-F5344CB8AC3E}">
        <p14:creationId xmlns:p14="http://schemas.microsoft.com/office/powerpoint/2010/main" val="1497552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930397-8A4E-EF48-3CF5-24404851F1D0}"/>
              </a:ext>
            </a:extLst>
          </p:cNvPr>
          <p:cNvSpPr>
            <a:spLocks noGrp="1"/>
          </p:cNvSpPr>
          <p:nvPr>
            <p:ph type="title"/>
          </p:nvPr>
        </p:nvSpPr>
        <p:spPr/>
        <p:txBody>
          <a:bodyPr/>
          <a:lstStyle/>
          <a:p>
            <a:r>
              <a:rPr lang="es-ES" dirty="0"/>
              <a:t>3FN: Ejemplo</a:t>
            </a:r>
          </a:p>
        </p:txBody>
      </p:sp>
      <p:sp>
        <p:nvSpPr>
          <p:cNvPr id="3" name="CuadroTexto 2">
            <a:extLst>
              <a:ext uri="{FF2B5EF4-FFF2-40B4-BE49-F238E27FC236}">
                <a16:creationId xmlns:a16="http://schemas.microsoft.com/office/drawing/2014/main" id="{73CDC95C-4BF0-944D-27CB-3528AE8682F4}"/>
              </a:ext>
            </a:extLst>
          </p:cNvPr>
          <p:cNvSpPr txBox="1"/>
          <p:nvPr/>
        </p:nvSpPr>
        <p:spPr>
          <a:xfrm>
            <a:off x="303489" y="1020932"/>
            <a:ext cx="5548543" cy="5668218"/>
          </a:xfrm>
          <a:prstGeom prst="rect">
            <a:avLst/>
          </a:prstGeom>
          <a:noFill/>
        </p:spPr>
        <p:txBody>
          <a:bodyPr wrap="square" rtlCol="0">
            <a:spAutoFit/>
          </a:bodyPr>
          <a:lstStyle/>
          <a:p>
            <a:r>
              <a:rPr lang="es-ES" sz="1800" dirty="0">
                <a:latin typeface="Ubuntu" panose="020B0504030602030204" pitchFamily="34" charset="0"/>
              </a:rPr>
              <a:t>El único ejemplo (y más claro) que se ve es la relación entre localidad y provincia, que queda un poco así:</a:t>
            </a:r>
          </a:p>
          <a:p>
            <a:endParaRPr lang="es-ES" sz="1800" dirty="0">
              <a:latin typeface="Ubuntu" panose="020B0504030602030204" pitchFamily="34" charset="0"/>
            </a:endParaRPr>
          </a:p>
          <a:p>
            <a:r>
              <a:rPr lang="es-ES" sz="3200" dirty="0">
                <a:latin typeface="Ubuntu" panose="020B0504030602030204" pitchFamily="34" charset="0"/>
              </a:rPr>
              <a:t>              X      -&gt;      Y      -&gt;      Z</a:t>
            </a:r>
          </a:p>
          <a:p>
            <a:r>
              <a:rPr lang="es-ES" dirty="0">
                <a:latin typeface="Ubuntu" panose="020B0504030602030204" pitchFamily="34" charset="0"/>
              </a:rPr>
              <a:t>                    </a:t>
            </a:r>
            <a:r>
              <a:rPr lang="es-ES" dirty="0" err="1">
                <a:latin typeface="Ubuntu" panose="020B0504030602030204" pitchFamily="34" charset="0"/>
              </a:rPr>
              <a:t>codigo_alumno</a:t>
            </a:r>
            <a:r>
              <a:rPr lang="es-ES" dirty="0">
                <a:latin typeface="Ubuntu" panose="020B0504030602030204" pitchFamily="34" charset="0"/>
              </a:rPr>
              <a:t>    -&gt;           localidad         -&gt;            provincia</a:t>
            </a:r>
          </a:p>
          <a:p>
            <a:endParaRPr lang="es-ES" dirty="0">
              <a:latin typeface="Ubuntu" panose="020B0504030602030204" pitchFamily="34" charset="0"/>
            </a:endParaRPr>
          </a:p>
          <a:p>
            <a:r>
              <a:rPr lang="es-ES" sz="1800" dirty="0">
                <a:latin typeface="Ubuntu" panose="020B0504030602030204" pitchFamily="34" charset="0"/>
              </a:rPr>
              <a:t>Solo queda crear una última tabla.</a:t>
            </a:r>
          </a:p>
          <a:p>
            <a:r>
              <a:rPr lang="es-ES" sz="1800" dirty="0">
                <a:latin typeface="Ubuntu" panose="020B0504030602030204" pitchFamily="34" charset="0"/>
              </a:rPr>
              <a:t>La cosa queda así:</a:t>
            </a:r>
          </a:p>
          <a:p>
            <a:endParaRPr lang="es-ES" sz="1800" dirty="0">
              <a:latin typeface="Ubuntu" panose="020B0504030602030204" pitchFamily="34" charset="0"/>
            </a:endParaRPr>
          </a:p>
          <a:p>
            <a:pPr rtl="0">
              <a:spcBef>
                <a:spcPts val="75"/>
              </a:spcBef>
              <a:spcAft>
                <a:spcPts val="75"/>
              </a:spcAft>
            </a:pPr>
            <a:r>
              <a:rPr lang="es-ES" sz="1800" b="1" i="0" u="none" strike="noStrike" dirty="0">
                <a:solidFill>
                  <a:srgbClr val="000000"/>
                </a:solidFill>
                <a:effectLst/>
                <a:latin typeface="Ubuntu" panose="020B0504030602030204" pitchFamily="34" charset="0"/>
              </a:rPr>
              <a:t>Alumnos</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highlight>
                  <a:srgbClr val="00FFFF"/>
                </a:highlight>
                <a:latin typeface="Ubuntu" panose="020B0504030602030204" pitchFamily="34" charset="0"/>
              </a:rPr>
              <a:t>codigo_alumno</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nombre_alumno</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apellidos_alumno</a:t>
            </a:r>
            <a:r>
              <a:rPr lang="es-ES" sz="1800" b="0" i="0" u="none" strike="noStrike" dirty="0">
                <a:solidFill>
                  <a:srgbClr val="000000"/>
                </a:solidFill>
                <a:effectLst/>
                <a:latin typeface="Ubuntu" panose="020B0504030602030204" pitchFamily="34" charset="0"/>
              </a:rPr>
              <a:t>, </a:t>
            </a:r>
            <a:r>
              <a:rPr lang="es-ES" sz="1800" b="0" i="0" u="none" strike="noStrike" dirty="0">
                <a:solidFill>
                  <a:srgbClr val="000000"/>
                </a:solidFill>
                <a:effectLst/>
                <a:highlight>
                  <a:srgbClr val="FFFF00"/>
                </a:highlight>
                <a:latin typeface="Ubuntu" panose="020B0504030602030204" pitchFamily="34" charset="0"/>
              </a:rPr>
              <a:t>localidad</a:t>
            </a:r>
            <a:r>
              <a:rPr lang="es-ES" sz="1800" b="0" i="0" u="none" strike="noStrike" dirty="0">
                <a:solidFill>
                  <a:srgbClr val="000000"/>
                </a:solidFill>
                <a:effectLst/>
                <a:latin typeface="Ubuntu" panose="020B0504030602030204" pitchFamily="34" charset="0"/>
              </a:rPr>
              <a:t>)</a:t>
            </a:r>
            <a:endParaRPr lang="es-ES" sz="2400" b="0" dirty="0">
              <a:effectLst/>
            </a:endParaRPr>
          </a:p>
          <a:p>
            <a:pPr rtl="0">
              <a:spcBef>
                <a:spcPts val="75"/>
              </a:spcBef>
              <a:spcAft>
                <a:spcPts val="75"/>
              </a:spcAft>
            </a:pPr>
            <a:r>
              <a:rPr lang="es-ES" sz="1800" b="1" i="0" u="none" strike="noStrike" dirty="0" err="1">
                <a:solidFill>
                  <a:srgbClr val="000000"/>
                </a:solidFill>
                <a:effectLst/>
                <a:latin typeface="Ubuntu" panose="020B0504030602030204" pitchFamily="34" charset="0"/>
              </a:rPr>
              <a:t>Telefonos</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highlight>
                  <a:srgbClr val="00FFFF"/>
                </a:highlight>
                <a:latin typeface="Ubuntu" panose="020B0504030602030204" pitchFamily="34" charset="0"/>
              </a:rPr>
              <a:t>codigo_alumno</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latin typeface="Ubuntu" panose="020B0504030602030204" pitchFamily="34" charset="0"/>
              </a:rPr>
              <a:t>telefono</a:t>
            </a:r>
            <a:r>
              <a:rPr lang="es-ES" sz="1800" b="0" i="0" u="none" strike="noStrike" dirty="0">
                <a:solidFill>
                  <a:srgbClr val="000000"/>
                </a:solidFill>
                <a:effectLst/>
                <a:latin typeface="Ubuntu" panose="020B0504030602030204" pitchFamily="34" charset="0"/>
              </a:rPr>
              <a:t>)</a:t>
            </a:r>
            <a:endParaRPr lang="es-ES" sz="2400" b="0" dirty="0">
              <a:effectLst/>
            </a:endParaRPr>
          </a:p>
          <a:p>
            <a:pPr rtl="0">
              <a:spcBef>
                <a:spcPts val="75"/>
              </a:spcBef>
              <a:spcAft>
                <a:spcPts val="75"/>
              </a:spcAft>
            </a:pPr>
            <a:r>
              <a:rPr lang="es-ES" sz="1800" b="1" i="0" u="none" strike="noStrike" dirty="0">
                <a:solidFill>
                  <a:srgbClr val="000000"/>
                </a:solidFill>
                <a:effectLst/>
                <a:latin typeface="Ubuntu" panose="020B0504030602030204" pitchFamily="34" charset="0"/>
              </a:rPr>
              <a:t>Localidades</a:t>
            </a:r>
            <a:r>
              <a:rPr lang="es-ES" sz="1800" b="0" i="0" u="none" strike="noStrike" dirty="0">
                <a:solidFill>
                  <a:srgbClr val="000000"/>
                </a:solidFill>
                <a:effectLst/>
                <a:latin typeface="Ubuntu" panose="020B0504030602030204" pitchFamily="34" charset="0"/>
              </a:rPr>
              <a:t> (</a:t>
            </a:r>
            <a:r>
              <a:rPr lang="es-ES" sz="1800" b="1" i="0" u="sng" dirty="0">
                <a:solidFill>
                  <a:srgbClr val="000000"/>
                </a:solidFill>
                <a:effectLst/>
                <a:highlight>
                  <a:srgbClr val="FFFF00"/>
                </a:highlight>
                <a:latin typeface="Ubuntu" panose="020B0504030602030204" pitchFamily="34" charset="0"/>
              </a:rPr>
              <a:t>localidad</a:t>
            </a:r>
            <a:r>
              <a:rPr lang="es-ES" sz="1800" b="0" i="0" u="none" strike="noStrike" dirty="0">
                <a:solidFill>
                  <a:srgbClr val="000000"/>
                </a:solidFill>
                <a:effectLst/>
                <a:latin typeface="Ubuntu" panose="020B0504030602030204" pitchFamily="34" charset="0"/>
              </a:rPr>
              <a:t>, provincia)</a:t>
            </a:r>
            <a:endParaRPr lang="es-ES" sz="2400" b="0" dirty="0">
              <a:effectLst/>
            </a:endParaRPr>
          </a:p>
          <a:p>
            <a:pPr rtl="0">
              <a:spcBef>
                <a:spcPts val="75"/>
              </a:spcBef>
              <a:spcAft>
                <a:spcPts val="75"/>
              </a:spcAft>
            </a:pPr>
            <a:r>
              <a:rPr lang="es-ES" sz="1800" b="1" i="0" u="none" strike="noStrike" dirty="0">
                <a:solidFill>
                  <a:srgbClr val="000000"/>
                </a:solidFill>
                <a:effectLst/>
                <a:latin typeface="Ubuntu" panose="020B0504030602030204" pitchFamily="34" charset="0"/>
              </a:rPr>
              <a:t>Cursos</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highlight>
                  <a:srgbClr val="FF9900"/>
                </a:highlight>
                <a:latin typeface="Ubuntu" panose="020B0504030602030204" pitchFamily="34" charset="0"/>
              </a:rPr>
              <a:t>codigo_curso</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nombre_curso</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aula_curso</a:t>
            </a:r>
            <a:r>
              <a:rPr lang="es-ES" sz="1800" b="0" i="0" u="none" strike="noStrike" dirty="0">
                <a:solidFill>
                  <a:srgbClr val="000000"/>
                </a:solidFill>
                <a:effectLst/>
                <a:latin typeface="Ubuntu" panose="020B0504030602030204" pitchFamily="34" charset="0"/>
              </a:rPr>
              <a:t>)</a:t>
            </a:r>
            <a:endParaRPr lang="es-ES" sz="2400" b="0" dirty="0">
              <a:effectLst/>
            </a:endParaRPr>
          </a:p>
          <a:p>
            <a:pPr rtl="0">
              <a:spcBef>
                <a:spcPts val="75"/>
              </a:spcBef>
              <a:spcAft>
                <a:spcPts val="75"/>
              </a:spcAft>
            </a:pPr>
            <a:r>
              <a:rPr lang="es-ES" sz="1800" b="1" i="0" u="none" strike="noStrike" dirty="0">
                <a:solidFill>
                  <a:srgbClr val="000000"/>
                </a:solidFill>
                <a:effectLst/>
                <a:latin typeface="Ubuntu" panose="020B0504030602030204" pitchFamily="34" charset="0"/>
              </a:rPr>
              <a:t>Matriculados</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highlight>
                  <a:srgbClr val="FF9900"/>
                </a:highlight>
                <a:latin typeface="Ubuntu" panose="020B0504030602030204" pitchFamily="34" charset="0"/>
              </a:rPr>
              <a:t>codigo_curso</a:t>
            </a:r>
            <a:r>
              <a:rPr lang="es-ES" sz="1800" b="0" i="0" u="none" strike="noStrike" dirty="0">
                <a:solidFill>
                  <a:srgbClr val="000000"/>
                </a:solidFill>
                <a:effectLst/>
                <a:latin typeface="Ubuntu" panose="020B0504030602030204" pitchFamily="34" charset="0"/>
              </a:rPr>
              <a:t>, </a:t>
            </a:r>
            <a:r>
              <a:rPr lang="es-ES" sz="1800" b="1" i="0" u="sng" dirty="0" err="1">
                <a:solidFill>
                  <a:srgbClr val="000000"/>
                </a:solidFill>
                <a:effectLst/>
                <a:highlight>
                  <a:srgbClr val="00FFFF"/>
                </a:highlight>
                <a:latin typeface="Ubuntu" panose="020B0504030602030204" pitchFamily="34" charset="0"/>
              </a:rPr>
              <a:t>codigo_alumno</a:t>
            </a:r>
            <a:r>
              <a:rPr lang="es-ES" sz="1800" b="0" i="0" u="none" strike="noStrike" dirty="0">
                <a:solidFill>
                  <a:srgbClr val="000000"/>
                </a:solidFill>
                <a:effectLst/>
                <a:latin typeface="Ubuntu" panose="020B0504030602030204" pitchFamily="34" charset="0"/>
              </a:rPr>
              <a:t>, </a:t>
            </a:r>
            <a:r>
              <a:rPr lang="es-ES" sz="1800" b="1" i="0" u="sng" dirty="0">
                <a:solidFill>
                  <a:srgbClr val="000000"/>
                </a:solidFill>
                <a:effectLst/>
                <a:latin typeface="Ubuntu" panose="020B0504030602030204" pitchFamily="34" charset="0"/>
              </a:rPr>
              <a:t>matricula</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calificacion</a:t>
            </a:r>
            <a:r>
              <a:rPr lang="es-ES" sz="1800" b="0" i="0" u="none" strike="noStrike" dirty="0">
                <a:solidFill>
                  <a:srgbClr val="000000"/>
                </a:solidFill>
                <a:effectLst/>
                <a:latin typeface="Ubuntu" panose="020B0504030602030204" pitchFamily="34" charset="0"/>
              </a:rPr>
              <a:t>)</a:t>
            </a:r>
            <a:endParaRPr lang="es-ES" sz="2400" b="0" dirty="0">
              <a:effectLst/>
            </a:endParaRPr>
          </a:p>
          <a:p>
            <a:br>
              <a:rPr lang="es-ES" sz="2400" dirty="0"/>
            </a:br>
            <a:endParaRPr lang="es-ES" sz="1800" dirty="0">
              <a:latin typeface="Ubuntu" panose="020B0504030602030204" pitchFamily="34" charset="0"/>
            </a:endParaRPr>
          </a:p>
        </p:txBody>
      </p:sp>
      <p:pic>
        <p:nvPicPr>
          <p:cNvPr id="4098" name="Picture 2">
            <a:extLst>
              <a:ext uri="{FF2B5EF4-FFF2-40B4-BE49-F238E27FC236}">
                <a16:creationId xmlns:a16="http://schemas.microsoft.com/office/drawing/2014/main" id="{FB4327D2-2CEC-A4BF-5CDE-A776A8D4C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8968" y="2956575"/>
            <a:ext cx="6521132" cy="2556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32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666876-7F96-BAEC-DF01-1AB699D36B46}"/>
              </a:ext>
            </a:extLst>
          </p:cNvPr>
          <p:cNvSpPr>
            <a:spLocks noGrp="1"/>
          </p:cNvSpPr>
          <p:nvPr>
            <p:ph type="title"/>
          </p:nvPr>
        </p:nvSpPr>
        <p:spPr/>
        <p:txBody>
          <a:bodyPr/>
          <a:lstStyle/>
          <a:p>
            <a:r>
              <a:rPr lang="es-ES" dirty="0"/>
              <a:t>Diseño de una Base de Datos</a:t>
            </a:r>
          </a:p>
        </p:txBody>
      </p:sp>
      <p:sp>
        <p:nvSpPr>
          <p:cNvPr id="3" name="CuadroTexto 2">
            <a:extLst>
              <a:ext uri="{FF2B5EF4-FFF2-40B4-BE49-F238E27FC236}">
                <a16:creationId xmlns:a16="http://schemas.microsoft.com/office/drawing/2014/main" id="{84A6E692-EF70-753A-EBA5-9C075966ED51}"/>
              </a:ext>
            </a:extLst>
          </p:cNvPr>
          <p:cNvSpPr txBox="1"/>
          <p:nvPr/>
        </p:nvSpPr>
        <p:spPr>
          <a:xfrm>
            <a:off x="585925" y="1296140"/>
            <a:ext cx="9543496" cy="4524315"/>
          </a:xfrm>
          <a:prstGeom prst="rect">
            <a:avLst/>
          </a:prstGeom>
          <a:noFill/>
        </p:spPr>
        <p:txBody>
          <a:bodyPr wrap="square" rtlCol="0">
            <a:spAutoFit/>
          </a:bodyPr>
          <a:lstStyle/>
          <a:p>
            <a:r>
              <a:rPr lang="es-ES" sz="2400" dirty="0">
                <a:latin typeface="Ubuntu" panose="020B0504030602030204" pitchFamily="34" charset="0"/>
              </a:rPr>
              <a:t>Una forma de evitar la normalización es diseñar la base de datos correctamente desde el principio.</a:t>
            </a:r>
          </a:p>
          <a:p>
            <a:endParaRPr lang="es-ES" sz="2400" dirty="0">
              <a:latin typeface="Ubuntu" panose="020B0504030602030204" pitchFamily="34" charset="0"/>
            </a:endParaRPr>
          </a:p>
          <a:p>
            <a:r>
              <a:rPr lang="es-ES" sz="2400" dirty="0">
                <a:latin typeface="Ubuntu" panose="020B0504030602030204" pitchFamily="34" charset="0"/>
              </a:rPr>
              <a:t>Usando un buen esquema entidad-relación (E-R) que conteste a las siguientes preguntas:</a:t>
            </a:r>
          </a:p>
          <a:p>
            <a:pPr marL="285750" indent="-285750">
              <a:buFont typeface="Arial" panose="020B0604020202020204" pitchFamily="34" charset="0"/>
              <a:buChar char="•"/>
            </a:pPr>
            <a:r>
              <a:rPr lang="es-ES" sz="2400" dirty="0">
                <a:latin typeface="Ubuntu" panose="020B0504030602030204" pitchFamily="34" charset="0"/>
              </a:rPr>
              <a:t>¿Cuál es la clave primaria de la tabla?</a:t>
            </a:r>
          </a:p>
          <a:p>
            <a:pPr marL="285750" indent="-285750">
              <a:buFont typeface="Arial" panose="020B0604020202020204" pitchFamily="34" charset="0"/>
              <a:buChar char="•"/>
            </a:pPr>
            <a:r>
              <a:rPr lang="es-ES" sz="2400" dirty="0">
                <a:latin typeface="Ubuntu" panose="020B0504030602030204" pitchFamily="34" charset="0"/>
              </a:rPr>
              <a:t>¿Cuál podría ser la clave primaria de una tabla?</a:t>
            </a:r>
          </a:p>
          <a:p>
            <a:pPr marL="285750" indent="-285750">
              <a:buFont typeface="Arial" panose="020B0604020202020204" pitchFamily="34" charset="0"/>
              <a:buChar char="•"/>
            </a:pPr>
            <a:r>
              <a:rPr lang="es-ES" sz="2400" dirty="0">
                <a:latin typeface="Ubuntu" panose="020B0504030602030204" pitchFamily="34" charset="0"/>
              </a:rPr>
              <a:t>¿Qué campos pueden tener valores nulos?</a:t>
            </a:r>
          </a:p>
          <a:p>
            <a:pPr marL="285750" indent="-285750">
              <a:buFont typeface="Arial" panose="020B0604020202020204" pitchFamily="34" charset="0"/>
              <a:buChar char="•"/>
            </a:pPr>
            <a:r>
              <a:rPr lang="es-ES" sz="2400" dirty="0">
                <a:latin typeface="Ubuntu" panose="020B0504030602030204" pitchFamily="34" charset="0"/>
              </a:rPr>
              <a:t>¿Qué valor(es) puede tener un campo concreto?</a:t>
            </a:r>
          </a:p>
          <a:p>
            <a:pPr marL="285750" indent="-285750">
              <a:buFont typeface="Arial" panose="020B0604020202020204" pitchFamily="34" charset="0"/>
              <a:buChar char="•"/>
            </a:pPr>
            <a:r>
              <a:rPr lang="es-ES" sz="2400" dirty="0">
                <a:latin typeface="Ubuntu" panose="020B0504030602030204" pitchFamily="34" charset="0"/>
              </a:rPr>
              <a:t>¿Cuáles son las claves foráneas?</a:t>
            </a:r>
          </a:p>
          <a:p>
            <a:pPr marL="285750" indent="-285750">
              <a:buFont typeface="Arial" panose="020B0604020202020204" pitchFamily="34" charset="0"/>
              <a:buChar char="•"/>
            </a:pPr>
            <a:r>
              <a:rPr lang="es-ES" sz="2400" dirty="0">
                <a:latin typeface="Ubuntu" panose="020B0504030602030204" pitchFamily="34" charset="0"/>
              </a:rPr>
              <a:t>¿Qué registro podría introducirse en una tabla concreta?</a:t>
            </a:r>
          </a:p>
          <a:p>
            <a:pPr marL="285750" indent="-285750">
              <a:buFont typeface="Arial" panose="020B0604020202020204" pitchFamily="34" charset="0"/>
              <a:buChar char="•"/>
            </a:pPr>
            <a:r>
              <a:rPr lang="es-ES" sz="2400" dirty="0">
                <a:latin typeface="Ubuntu" panose="020B0504030602030204" pitchFamily="34" charset="0"/>
              </a:rPr>
              <a:t>¿Con qué tablas está relacionada una tabla concreta?</a:t>
            </a:r>
          </a:p>
        </p:txBody>
      </p:sp>
    </p:spTree>
    <p:extLst>
      <p:ext uri="{BB962C8B-B14F-4D97-AF65-F5344CB8AC3E}">
        <p14:creationId xmlns:p14="http://schemas.microsoft.com/office/powerpoint/2010/main" val="20013539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0EDFB1-3B35-A62B-6F94-B50AF4CB601F}"/>
              </a:ext>
            </a:extLst>
          </p:cNvPr>
          <p:cNvSpPr>
            <a:spLocks noGrp="1"/>
          </p:cNvSpPr>
          <p:nvPr>
            <p:ph type="title"/>
          </p:nvPr>
        </p:nvSpPr>
        <p:spPr/>
        <p:txBody>
          <a:bodyPr/>
          <a:lstStyle/>
          <a:p>
            <a:r>
              <a:rPr lang="es-ES" dirty="0"/>
              <a:t>Diagrama Entidad-Relación</a:t>
            </a:r>
          </a:p>
        </p:txBody>
      </p:sp>
      <p:pic>
        <p:nvPicPr>
          <p:cNvPr id="5" name="Imagen 4">
            <a:extLst>
              <a:ext uri="{FF2B5EF4-FFF2-40B4-BE49-F238E27FC236}">
                <a16:creationId xmlns:a16="http://schemas.microsoft.com/office/drawing/2014/main" id="{3DCA8C02-3263-FC35-C4C5-2D96908777B3}"/>
              </a:ext>
            </a:extLst>
          </p:cNvPr>
          <p:cNvPicPr>
            <a:picLocks noChangeAspect="1"/>
          </p:cNvPicPr>
          <p:nvPr/>
        </p:nvPicPr>
        <p:blipFill>
          <a:blip r:embed="rId2"/>
          <a:stretch>
            <a:fillRect/>
          </a:stretch>
        </p:blipFill>
        <p:spPr>
          <a:xfrm>
            <a:off x="920560" y="1934319"/>
            <a:ext cx="10629900" cy="2600325"/>
          </a:xfrm>
          <a:prstGeom prst="rect">
            <a:avLst/>
          </a:prstGeom>
        </p:spPr>
      </p:pic>
      <p:sp>
        <p:nvSpPr>
          <p:cNvPr id="9" name="Flecha: hacia abajo 8">
            <a:extLst>
              <a:ext uri="{FF2B5EF4-FFF2-40B4-BE49-F238E27FC236}">
                <a16:creationId xmlns:a16="http://schemas.microsoft.com/office/drawing/2014/main" id="{4D41A290-E019-94BA-D485-66A37154B183}"/>
              </a:ext>
            </a:extLst>
          </p:cNvPr>
          <p:cNvSpPr/>
          <p:nvPr/>
        </p:nvSpPr>
        <p:spPr>
          <a:xfrm>
            <a:off x="1503139" y="4013498"/>
            <a:ext cx="292964" cy="103868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Flecha: hacia abajo 9">
            <a:extLst>
              <a:ext uri="{FF2B5EF4-FFF2-40B4-BE49-F238E27FC236}">
                <a16:creationId xmlns:a16="http://schemas.microsoft.com/office/drawing/2014/main" id="{238608BC-BA14-F1E4-7520-29708F777DD3}"/>
              </a:ext>
            </a:extLst>
          </p:cNvPr>
          <p:cNvSpPr/>
          <p:nvPr/>
        </p:nvSpPr>
        <p:spPr>
          <a:xfrm>
            <a:off x="3722557" y="3507471"/>
            <a:ext cx="292964" cy="133165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Flecha: hacia abajo 10">
            <a:extLst>
              <a:ext uri="{FF2B5EF4-FFF2-40B4-BE49-F238E27FC236}">
                <a16:creationId xmlns:a16="http://schemas.microsoft.com/office/drawing/2014/main" id="{F319FDED-74F3-F8BD-1BD6-46EB7691B74F}"/>
              </a:ext>
            </a:extLst>
          </p:cNvPr>
          <p:cNvSpPr/>
          <p:nvPr/>
        </p:nvSpPr>
        <p:spPr>
          <a:xfrm rot="19582090">
            <a:off x="7079398" y="3184101"/>
            <a:ext cx="292964" cy="15713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50B2CE4E-7173-4068-0149-944D9F9F77B6}"/>
              </a:ext>
            </a:extLst>
          </p:cNvPr>
          <p:cNvSpPr txBox="1"/>
          <p:nvPr/>
        </p:nvSpPr>
        <p:spPr>
          <a:xfrm>
            <a:off x="1070642" y="5052186"/>
            <a:ext cx="1438184" cy="1169551"/>
          </a:xfrm>
          <a:prstGeom prst="rect">
            <a:avLst/>
          </a:prstGeom>
          <a:noFill/>
        </p:spPr>
        <p:txBody>
          <a:bodyPr wrap="square" rtlCol="0">
            <a:spAutoFit/>
          </a:bodyPr>
          <a:lstStyle/>
          <a:p>
            <a:r>
              <a:rPr lang="es-ES" b="1" dirty="0">
                <a:latin typeface="Ubuntu" panose="020B0504030602030204" pitchFamily="34" charset="0"/>
              </a:rPr>
              <a:t>Elipsis</a:t>
            </a:r>
            <a:r>
              <a:rPr lang="es-ES" dirty="0">
                <a:latin typeface="Ubuntu" panose="020B0504030602030204" pitchFamily="34" charset="0"/>
              </a:rPr>
              <a:t>: Representan atributos de las entidades e interrelaciones.</a:t>
            </a:r>
            <a:endParaRPr lang="es-ES" b="1" dirty="0">
              <a:latin typeface="Ubuntu" panose="020B0504030602030204" pitchFamily="34" charset="0"/>
            </a:endParaRPr>
          </a:p>
        </p:txBody>
      </p:sp>
      <p:sp>
        <p:nvSpPr>
          <p:cNvPr id="13" name="CuadroTexto 12">
            <a:extLst>
              <a:ext uri="{FF2B5EF4-FFF2-40B4-BE49-F238E27FC236}">
                <a16:creationId xmlns:a16="http://schemas.microsoft.com/office/drawing/2014/main" id="{36AA3C11-84AD-1448-F45F-4C48F1E6974F}"/>
              </a:ext>
            </a:extLst>
          </p:cNvPr>
          <p:cNvSpPr txBox="1"/>
          <p:nvPr/>
        </p:nvSpPr>
        <p:spPr>
          <a:xfrm>
            <a:off x="3346260" y="4839122"/>
            <a:ext cx="1970843" cy="738664"/>
          </a:xfrm>
          <a:prstGeom prst="rect">
            <a:avLst/>
          </a:prstGeom>
          <a:noFill/>
        </p:spPr>
        <p:txBody>
          <a:bodyPr wrap="square" rtlCol="0">
            <a:spAutoFit/>
          </a:bodyPr>
          <a:lstStyle/>
          <a:p>
            <a:r>
              <a:rPr lang="es-ES" b="1" dirty="0">
                <a:latin typeface="Ubuntu" panose="020B0504030602030204" pitchFamily="34" charset="0"/>
              </a:rPr>
              <a:t>Rectángulo</a:t>
            </a:r>
            <a:r>
              <a:rPr lang="es-ES" dirty="0">
                <a:latin typeface="Ubuntu" panose="020B0504030602030204" pitchFamily="34" charset="0"/>
              </a:rPr>
              <a:t>: Representa a una entidad.</a:t>
            </a:r>
            <a:endParaRPr lang="es-ES" b="1" dirty="0">
              <a:latin typeface="Ubuntu" panose="020B0504030602030204" pitchFamily="34" charset="0"/>
            </a:endParaRPr>
          </a:p>
        </p:txBody>
      </p:sp>
      <p:sp>
        <p:nvSpPr>
          <p:cNvPr id="14" name="CuadroTexto 13">
            <a:extLst>
              <a:ext uri="{FF2B5EF4-FFF2-40B4-BE49-F238E27FC236}">
                <a16:creationId xmlns:a16="http://schemas.microsoft.com/office/drawing/2014/main" id="{324D756C-34A2-0891-2E56-C7BC2D3443EE}"/>
              </a:ext>
            </a:extLst>
          </p:cNvPr>
          <p:cNvSpPr txBox="1"/>
          <p:nvPr/>
        </p:nvSpPr>
        <p:spPr>
          <a:xfrm>
            <a:off x="7095007" y="4645955"/>
            <a:ext cx="1597980" cy="954107"/>
          </a:xfrm>
          <a:prstGeom prst="rect">
            <a:avLst/>
          </a:prstGeom>
          <a:noFill/>
        </p:spPr>
        <p:txBody>
          <a:bodyPr wrap="square" rtlCol="0">
            <a:spAutoFit/>
          </a:bodyPr>
          <a:lstStyle/>
          <a:p>
            <a:r>
              <a:rPr lang="es-ES" b="1" dirty="0">
                <a:latin typeface="Ubuntu" panose="020B0504030602030204" pitchFamily="34" charset="0"/>
              </a:rPr>
              <a:t>Rombos</a:t>
            </a:r>
            <a:r>
              <a:rPr lang="es-ES" dirty="0">
                <a:latin typeface="Ubuntu" panose="020B0504030602030204" pitchFamily="34" charset="0"/>
              </a:rPr>
              <a:t>: Representan interrelaciones entre entidades.</a:t>
            </a:r>
            <a:endParaRPr lang="es-ES" b="1" dirty="0">
              <a:latin typeface="Ubuntu" panose="020B0504030602030204" pitchFamily="34" charset="0"/>
            </a:endParaRPr>
          </a:p>
        </p:txBody>
      </p:sp>
      <p:sp>
        <p:nvSpPr>
          <p:cNvPr id="16" name="Flecha: hacia abajo 15">
            <a:extLst>
              <a:ext uri="{FF2B5EF4-FFF2-40B4-BE49-F238E27FC236}">
                <a16:creationId xmlns:a16="http://schemas.microsoft.com/office/drawing/2014/main" id="{CAAFDAC6-EC8F-9F3B-AEBE-297DF3F26EBC}"/>
              </a:ext>
            </a:extLst>
          </p:cNvPr>
          <p:cNvSpPr/>
          <p:nvPr/>
        </p:nvSpPr>
        <p:spPr>
          <a:xfrm>
            <a:off x="9786006" y="3587370"/>
            <a:ext cx="266330" cy="94727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6CA45D84-68F9-3D2C-199E-FB6C6BF77124}"/>
              </a:ext>
            </a:extLst>
          </p:cNvPr>
          <p:cNvSpPr txBox="1"/>
          <p:nvPr/>
        </p:nvSpPr>
        <p:spPr>
          <a:xfrm>
            <a:off x="9135453" y="4585316"/>
            <a:ext cx="2108952" cy="1815882"/>
          </a:xfrm>
          <a:prstGeom prst="rect">
            <a:avLst/>
          </a:prstGeom>
          <a:noFill/>
        </p:spPr>
        <p:txBody>
          <a:bodyPr wrap="square" rtlCol="0">
            <a:spAutoFit/>
          </a:bodyPr>
          <a:lstStyle/>
          <a:p>
            <a:r>
              <a:rPr lang="es-ES" b="1" dirty="0">
                <a:latin typeface="Ubuntu" panose="020B0504030602030204" pitchFamily="34" charset="0"/>
              </a:rPr>
              <a:t>Líneas</a:t>
            </a:r>
            <a:r>
              <a:rPr lang="es-ES" dirty="0">
                <a:latin typeface="Ubuntu" panose="020B0504030602030204" pitchFamily="34" charset="0"/>
              </a:rPr>
              <a:t>: Enlazan atributos a entidades, atributos a interrelaciones y entidades a interrelaciones, </a:t>
            </a:r>
            <a:r>
              <a:rPr lang="es-ES" i="1" dirty="0">
                <a:latin typeface="Ubuntu" panose="020B0504030602030204" pitchFamily="34" charset="0"/>
              </a:rPr>
              <a:t>nunca</a:t>
            </a:r>
            <a:r>
              <a:rPr lang="es-ES" dirty="0">
                <a:latin typeface="Ubuntu" panose="020B0504030602030204" pitchFamily="34" charset="0"/>
              </a:rPr>
              <a:t> entidades con entidades.</a:t>
            </a:r>
            <a:endParaRPr lang="es-ES" b="1" dirty="0">
              <a:latin typeface="Ubuntu" panose="020B0504030602030204" pitchFamily="34" charset="0"/>
            </a:endParaRPr>
          </a:p>
        </p:txBody>
      </p:sp>
      <p:sp>
        <p:nvSpPr>
          <p:cNvPr id="18" name="Abrir llave 17">
            <a:extLst>
              <a:ext uri="{FF2B5EF4-FFF2-40B4-BE49-F238E27FC236}">
                <a16:creationId xmlns:a16="http://schemas.microsoft.com/office/drawing/2014/main" id="{4C9F8DF4-746E-CE29-721E-074F5080C3AB}"/>
              </a:ext>
            </a:extLst>
          </p:cNvPr>
          <p:cNvSpPr/>
          <p:nvPr/>
        </p:nvSpPr>
        <p:spPr>
          <a:xfrm rot="5400000">
            <a:off x="6086829" y="1103105"/>
            <a:ext cx="292964" cy="241727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9" name="CuadroTexto 18">
            <a:extLst>
              <a:ext uri="{FF2B5EF4-FFF2-40B4-BE49-F238E27FC236}">
                <a16:creationId xmlns:a16="http://schemas.microsoft.com/office/drawing/2014/main" id="{BDC906B1-6E99-0419-D7BA-CEA8EC3A969B}"/>
              </a:ext>
            </a:extLst>
          </p:cNvPr>
          <p:cNvSpPr txBox="1"/>
          <p:nvPr/>
        </p:nvSpPr>
        <p:spPr>
          <a:xfrm>
            <a:off x="4834550" y="1806812"/>
            <a:ext cx="3259248" cy="307777"/>
          </a:xfrm>
          <a:prstGeom prst="rect">
            <a:avLst/>
          </a:prstGeom>
          <a:noFill/>
        </p:spPr>
        <p:txBody>
          <a:bodyPr wrap="square" rtlCol="0">
            <a:spAutoFit/>
          </a:bodyPr>
          <a:lstStyle/>
          <a:p>
            <a:r>
              <a:rPr lang="es-ES" b="1" dirty="0">
                <a:latin typeface="Ubuntu" panose="020B0504030602030204" pitchFamily="34" charset="0"/>
              </a:rPr>
              <a:t>Cardinalidad</a:t>
            </a:r>
            <a:r>
              <a:rPr lang="es-ES" dirty="0">
                <a:latin typeface="Ubuntu" panose="020B0504030602030204" pitchFamily="34" charset="0"/>
              </a:rPr>
              <a:t> (1:1, 1:N, N:1, N:M)</a:t>
            </a:r>
          </a:p>
        </p:txBody>
      </p:sp>
    </p:spTree>
    <p:extLst>
      <p:ext uri="{BB962C8B-B14F-4D97-AF65-F5344CB8AC3E}">
        <p14:creationId xmlns:p14="http://schemas.microsoft.com/office/powerpoint/2010/main" val="12986641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0EDFB1-3B35-A62B-6F94-B50AF4CB601F}"/>
              </a:ext>
            </a:extLst>
          </p:cNvPr>
          <p:cNvSpPr>
            <a:spLocks noGrp="1"/>
          </p:cNvSpPr>
          <p:nvPr>
            <p:ph type="title"/>
          </p:nvPr>
        </p:nvSpPr>
        <p:spPr/>
        <p:txBody>
          <a:bodyPr/>
          <a:lstStyle/>
          <a:p>
            <a:r>
              <a:rPr lang="es-ES" dirty="0"/>
              <a:t>Diagrama Entidad-Relación</a:t>
            </a:r>
          </a:p>
        </p:txBody>
      </p:sp>
      <p:pic>
        <p:nvPicPr>
          <p:cNvPr id="5" name="Imagen 4">
            <a:extLst>
              <a:ext uri="{FF2B5EF4-FFF2-40B4-BE49-F238E27FC236}">
                <a16:creationId xmlns:a16="http://schemas.microsoft.com/office/drawing/2014/main" id="{3DCA8C02-3263-FC35-C4C5-2D96908777B3}"/>
              </a:ext>
            </a:extLst>
          </p:cNvPr>
          <p:cNvPicPr>
            <a:picLocks noChangeAspect="1"/>
          </p:cNvPicPr>
          <p:nvPr/>
        </p:nvPicPr>
        <p:blipFill>
          <a:blip r:embed="rId2">
            <a:alphaModFix amt="20000"/>
          </a:blip>
          <a:stretch>
            <a:fillRect/>
          </a:stretch>
        </p:blipFill>
        <p:spPr>
          <a:xfrm>
            <a:off x="920560" y="1934319"/>
            <a:ext cx="10629900" cy="2600325"/>
          </a:xfrm>
          <a:prstGeom prst="rect">
            <a:avLst/>
          </a:prstGeom>
        </p:spPr>
      </p:pic>
      <p:sp>
        <p:nvSpPr>
          <p:cNvPr id="9" name="Flecha: hacia abajo 8">
            <a:extLst>
              <a:ext uri="{FF2B5EF4-FFF2-40B4-BE49-F238E27FC236}">
                <a16:creationId xmlns:a16="http://schemas.microsoft.com/office/drawing/2014/main" id="{4D41A290-E019-94BA-D485-66A37154B183}"/>
              </a:ext>
            </a:extLst>
          </p:cNvPr>
          <p:cNvSpPr/>
          <p:nvPr/>
        </p:nvSpPr>
        <p:spPr>
          <a:xfrm>
            <a:off x="1503139" y="4013498"/>
            <a:ext cx="292964" cy="1038688"/>
          </a:xfrm>
          <a:prstGeom prst="downArrow">
            <a:avLst/>
          </a:prstGeom>
          <a:solidFill>
            <a:schemeClr val="accent1">
              <a:lumMod val="25000"/>
              <a:lumOff val="75000"/>
            </a:schemeClr>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Flecha: hacia abajo 9">
            <a:extLst>
              <a:ext uri="{FF2B5EF4-FFF2-40B4-BE49-F238E27FC236}">
                <a16:creationId xmlns:a16="http://schemas.microsoft.com/office/drawing/2014/main" id="{238608BC-BA14-F1E4-7520-29708F777DD3}"/>
              </a:ext>
            </a:extLst>
          </p:cNvPr>
          <p:cNvSpPr/>
          <p:nvPr/>
        </p:nvSpPr>
        <p:spPr>
          <a:xfrm>
            <a:off x="3722557" y="3507471"/>
            <a:ext cx="292964" cy="133165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Flecha: hacia abajo 10">
            <a:extLst>
              <a:ext uri="{FF2B5EF4-FFF2-40B4-BE49-F238E27FC236}">
                <a16:creationId xmlns:a16="http://schemas.microsoft.com/office/drawing/2014/main" id="{F319FDED-74F3-F8BD-1BD6-46EB7691B74F}"/>
              </a:ext>
            </a:extLst>
          </p:cNvPr>
          <p:cNvSpPr/>
          <p:nvPr/>
        </p:nvSpPr>
        <p:spPr>
          <a:xfrm rot="19582090">
            <a:off x="7079398" y="3184101"/>
            <a:ext cx="292964" cy="15713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50B2CE4E-7173-4068-0149-944D9F9F77B6}"/>
              </a:ext>
            </a:extLst>
          </p:cNvPr>
          <p:cNvSpPr txBox="1"/>
          <p:nvPr/>
        </p:nvSpPr>
        <p:spPr>
          <a:xfrm>
            <a:off x="1070642" y="5052186"/>
            <a:ext cx="1438184" cy="1169551"/>
          </a:xfrm>
          <a:prstGeom prst="rect">
            <a:avLst/>
          </a:prstGeom>
          <a:noFill/>
        </p:spPr>
        <p:txBody>
          <a:bodyPr wrap="square" rtlCol="0">
            <a:spAutoFit/>
          </a:bodyPr>
          <a:lstStyle/>
          <a:p>
            <a:r>
              <a:rPr lang="es-ES" b="1" dirty="0">
                <a:solidFill>
                  <a:schemeClr val="bg1">
                    <a:lumMod val="75000"/>
                  </a:schemeClr>
                </a:solidFill>
                <a:latin typeface="Ubuntu" panose="020B0504030602030204" pitchFamily="34" charset="0"/>
              </a:rPr>
              <a:t>Elipsis</a:t>
            </a:r>
            <a:r>
              <a:rPr lang="es-ES" dirty="0">
                <a:solidFill>
                  <a:schemeClr val="bg1">
                    <a:lumMod val="75000"/>
                  </a:schemeClr>
                </a:solidFill>
                <a:latin typeface="Ubuntu" panose="020B0504030602030204" pitchFamily="34" charset="0"/>
              </a:rPr>
              <a:t>: Representan atributos de las entidades e interrelaciones.</a:t>
            </a:r>
            <a:endParaRPr lang="es-ES" b="1" dirty="0">
              <a:solidFill>
                <a:schemeClr val="bg1">
                  <a:lumMod val="75000"/>
                </a:schemeClr>
              </a:solidFill>
              <a:latin typeface="Ubuntu" panose="020B0504030602030204" pitchFamily="34" charset="0"/>
            </a:endParaRPr>
          </a:p>
        </p:txBody>
      </p:sp>
      <p:sp>
        <p:nvSpPr>
          <p:cNvPr id="13" name="CuadroTexto 12">
            <a:extLst>
              <a:ext uri="{FF2B5EF4-FFF2-40B4-BE49-F238E27FC236}">
                <a16:creationId xmlns:a16="http://schemas.microsoft.com/office/drawing/2014/main" id="{36AA3C11-84AD-1448-F45F-4C48F1E6974F}"/>
              </a:ext>
            </a:extLst>
          </p:cNvPr>
          <p:cNvSpPr txBox="1"/>
          <p:nvPr/>
        </p:nvSpPr>
        <p:spPr>
          <a:xfrm>
            <a:off x="3346260" y="4839122"/>
            <a:ext cx="1970843" cy="738664"/>
          </a:xfrm>
          <a:prstGeom prst="rect">
            <a:avLst/>
          </a:prstGeom>
          <a:noFill/>
        </p:spPr>
        <p:txBody>
          <a:bodyPr wrap="square" rtlCol="0">
            <a:spAutoFit/>
          </a:bodyPr>
          <a:lstStyle/>
          <a:p>
            <a:r>
              <a:rPr lang="es-ES" b="1" dirty="0">
                <a:solidFill>
                  <a:schemeClr val="bg1">
                    <a:lumMod val="75000"/>
                  </a:schemeClr>
                </a:solidFill>
                <a:latin typeface="Ubuntu" panose="020B0504030602030204" pitchFamily="34" charset="0"/>
              </a:rPr>
              <a:t>Rectángulo</a:t>
            </a:r>
            <a:r>
              <a:rPr lang="es-ES" dirty="0">
                <a:solidFill>
                  <a:schemeClr val="bg1">
                    <a:lumMod val="75000"/>
                  </a:schemeClr>
                </a:solidFill>
                <a:latin typeface="Ubuntu" panose="020B0504030602030204" pitchFamily="34" charset="0"/>
              </a:rPr>
              <a:t>: Representa a una entidad.</a:t>
            </a:r>
            <a:endParaRPr lang="es-ES" b="1" dirty="0">
              <a:solidFill>
                <a:schemeClr val="bg1">
                  <a:lumMod val="75000"/>
                </a:schemeClr>
              </a:solidFill>
              <a:latin typeface="Ubuntu" panose="020B0504030602030204" pitchFamily="34" charset="0"/>
            </a:endParaRPr>
          </a:p>
        </p:txBody>
      </p:sp>
      <p:sp>
        <p:nvSpPr>
          <p:cNvPr id="14" name="CuadroTexto 13">
            <a:extLst>
              <a:ext uri="{FF2B5EF4-FFF2-40B4-BE49-F238E27FC236}">
                <a16:creationId xmlns:a16="http://schemas.microsoft.com/office/drawing/2014/main" id="{324D756C-34A2-0891-2E56-C7BC2D3443EE}"/>
              </a:ext>
            </a:extLst>
          </p:cNvPr>
          <p:cNvSpPr txBox="1"/>
          <p:nvPr/>
        </p:nvSpPr>
        <p:spPr>
          <a:xfrm>
            <a:off x="7095007" y="4645955"/>
            <a:ext cx="1597980" cy="954107"/>
          </a:xfrm>
          <a:prstGeom prst="rect">
            <a:avLst/>
          </a:prstGeom>
          <a:noFill/>
        </p:spPr>
        <p:txBody>
          <a:bodyPr wrap="square" rtlCol="0">
            <a:spAutoFit/>
          </a:bodyPr>
          <a:lstStyle/>
          <a:p>
            <a:r>
              <a:rPr lang="es-ES" b="1" dirty="0">
                <a:solidFill>
                  <a:schemeClr val="bg1">
                    <a:lumMod val="75000"/>
                  </a:schemeClr>
                </a:solidFill>
                <a:latin typeface="Ubuntu" panose="020B0504030602030204" pitchFamily="34" charset="0"/>
              </a:rPr>
              <a:t>Rombos</a:t>
            </a:r>
            <a:r>
              <a:rPr lang="es-ES" dirty="0">
                <a:solidFill>
                  <a:schemeClr val="bg1">
                    <a:lumMod val="75000"/>
                  </a:schemeClr>
                </a:solidFill>
                <a:latin typeface="Ubuntu" panose="020B0504030602030204" pitchFamily="34" charset="0"/>
              </a:rPr>
              <a:t>: Representan interrelaciones entre entidades.</a:t>
            </a:r>
            <a:endParaRPr lang="es-ES" b="1" dirty="0">
              <a:solidFill>
                <a:schemeClr val="bg1">
                  <a:lumMod val="75000"/>
                </a:schemeClr>
              </a:solidFill>
              <a:latin typeface="Ubuntu" panose="020B0504030602030204" pitchFamily="34" charset="0"/>
            </a:endParaRPr>
          </a:p>
        </p:txBody>
      </p:sp>
      <p:sp>
        <p:nvSpPr>
          <p:cNvPr id="16" name="Flecha: hacia abajo 15">
            <a:extLst>
              <a:ext uri="{FF2B5EF4-FFF2-40B4-BE49-F238E27FC236}">
                <a16:creationId xmlns:a16="http://schemas.microsoft.com/office/drawing/2014/main" id="{CAAFDAC6-EC8F-9F3B-AEBE-297DF3F26EBC}"/>
              </a:ext>
            </a:extLst>
          </p:cNvPr>
          <p:cNvSpPr/>
          <p:nvPr/>
        </p:nvSpPr>
        <p:spPr>
          <a:xfrm>
            <a:off x="9786006" y="3587370"/>
            <a:ext cx="266330" cy="947274"/>
          </a:xfrm>
          <a:prstGeom prst="downArrow">
            <a:avLst/>
          </a:prstGeom>
          <a:solidFill>
            <a:schemeClr val="accent1">
              <a:lumMod val="25000"/>
              <a:lumOff val="75000"/>
            </a:schemeClr>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6CA45D84-68F9-3D2C-199E-FB6C6BF77124}"/>
              </a:ext>
            </a:extLst>
          </p:cNvPr>
          <p:cNvSpPr txBox="1"/>
          <p:nvPr/>
        </p:nvSpPr>
        <p:spPr>
          <a:xfrm>
            <a:off x="9135453" y="4585316"/>
            <a:ext cx="2108952" cy="1815882"/>
          </a:xfrm>
          <a:prstGeom prst="rect">
            <a:avLst/>
          </a:prstGeom>
          <a:noFill/>
        </p:spPr>
        <p:txBody>
          <a:bodyPr wrap="square" rtlCol="0">
            <a:spAutoFit/>
          </a:bodyPr>
          <a:lstStyle/>
          <a:p>
            <a:r>
              <a:rPr lang="es-ES" b="1" dirty="0">
                <a:solidFill>
                  <a:schemeClr val="bg1">
                    <a:lumMod val="75000"/>
                  </a:schemeClr>
                </a:solidFill>
                <a:latin typeface="Ubuntu" panose="020B0504030602030204" pitchFamily="34" charset="0"/>
              </a:rPr>
              <a:t>Líneas</a:t>
            </a:r>
            <a:r>
              <a:rPr lang="es-ES" dirty="0">
                <a:solidFill>
                  <a:schemeClr val="bg1">
                    <a:lumMod val="75000"/>
                  </a:schemeClr>
                </a:solidFill>
                <a:latin typeface="Ubuntu" panose="020B0504030602030204" pitchFamily="34" charset="0"/>
              </a:rPr>
              <a:t>: Enlazan atributos a entidades, atributos a interrelaciones y entidades a interrelaciones, </a:t>
            </a:r>
            <a:r>
              <a:rPr lang="es-ES" i="1" dirty="0">
                <a:solidFill>
                  <a:schemeClr val="bg1">
                    <a:lumMod val="75000"/>
                  </a:schemeClr>
                </a:solidFill>
                <a:latin typeface="Ubuntu" panose="020B0504030602030204" pitchFamily="34" charset="0"/>
              </a:rPr>
              <a:t>nunca</a:t>
            </a:r>
            <a:r>
              <a:rPr lang="es-ES" dirty="0">
                <a:solidFill>
                  <a:schemeClr val="bg1">
                    <a:lumMod val="75000"/>
                  </a:schemeClr>
                </a:solidFill>
                <a:latin typeface="Ubuntu" panose="020B0504030602030204" pitchFamily="34" charset="0"/>
              </a:rPr>
              <a:t> entidades con entidades.</a:t>
            </a:r>
            <a:endParaRPr lang="es-ES" b="1" dirty="0">
              <a:solidFill>
                <a:schemeClr val="bg1">
                  <a:lumMod val="75000"/>
                </a:schemeClr>
              </a:solidFill>
              <a:latin typeface="Ubuntu" panose="020B0504030602030204" pitchFamily="34" charset="0"/>
            </a:endParaRPr>
          </a:p>
        </p:txBody>
      </p:sp>
      <p:sp>
        <p:nvSpPr>
          <p:cNvPr id="18" name="Abrir llave 17">
            <a:extLst>
              <a:ext uri="{FF2B5EF4-FFF2-40B4-BE49-F238E27FC236}">
                <a16:creationId xmlns:a16="http://schemas.microsoft.com/office/drawing/2014/main" id="{4C9F8DF4-746E-CE29-721E-074F5080C3AB}"/>
              </a:ext>
            </a:extLst>
          </p:cNvPr>
          <p:cNvSpPr/>
          <p:nvPr/>
        </p:nvSpPr>
        <p:spPr>
          <a:xfrm rot="5400000">
            <a:off x="6086829" y="1103105"/>
            <a:ext cx="292964" cy="241727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9" name="CuadroTexto 18">
            <a:extLst>
              <a:ext uri="{FF2B5EF4-FFF2-40B4-BE49-F238E27FC236}">
                <a16:creationId xmlns:a16="http://schemas.microsoft.com/office/drawing/2014/main" id="{BDC906B1-6E99-0419-D7BA-CEA8EC3A969B}"/>
              </a:ext>
            </a:extLst>
          </p:cNvPr>
          <p:cNvSpPr txBox="1"/>
          <p:nvPr/>
        </p:nvSpPr>
        <p:spPr>
          <a:xfrm>
            <a:off x="4834550" y="1806812"/>
            <a:ext cx="3259248" cy="307777"/>
          </a:xfrm>
          <a:prstGeom prst="rect">
            <a:avLst/>
          </a:prstGeom>
          <a:noFill/>
        </p:spPr>
        <p:txBody>
          <a:bodyPr wrap="square" rtlCol="0">
            <a:spAutoFit/>
          </a:bodyPr>
          <a:lstStyle/>
          <a:p>
            <a:r>
              <a:rPr lang="es-ES" b="1" dirty="0">
                <a:solidFill>
                  <a:schemeClr val="bg1">
                    <a:lumMod val="75000"/>
                  </a:schemeClr>
                </a:solidFill>
                <a:latin typeface="Ubuntu" panose="020B0504030602030204" pitchFamily="34" charset="0"/>
              </a:rPr>
              <a:t>Cardinalidad</a:t>
            </a:r>
            <a:r>
              <a:rPr lang="es-ES" dirty="0">
                <a:solidFill>
                  <a:schemeClr val="bg1">
                    <a:lumMod val="75000"/>
                  </a:schemeClr>
                </a:solidFill>
                <a:latin typeface="Ubuntu" panose="020B0504030602030204" pitchFamily="34" charset="0"/>
              </a:rPr>
              <a:t> (1:1, 1:N, N:1, N:M)</a:t>
            </a:r>
          </a:p>
        </p:txBody>
      </p:sp>
      <p:sp>
        <p:nvSpPr>
          <p:cNvPr id="3" name="Rectángulo 2">
            <a:extLst>
              <a:ext uri="{FF2B5EF4-FFF2-40B4-BE49-F238E27FC236}">
                <a16:creationId xmlns:a16="http://schemas.microsoft.com/office/drawing/2014/main" id="{D51D8162-3157-3E27-802D-783479F71CF9}"/>
              </a:ext>
            </a:extLst>
          </p:cNvPr>
          <p:cNvSpPr/>
          <p:nvPr/>
        </p:nvSpPr>
        <p:spPr>
          <a:xfrm>
            <a:off x="3223033" y="2135753"/>
            <a:ext cx="6482282" cy="298725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s-ES" b="1" dirty="0">
                <a:latin typeface="Ubuntu" panose="020B0504030602030204" pitchFamily="34" charset="0"/>
              </a:rPr>
              <a:t>Cardinalidad</a:t>
            </a:r>
            <a:r>
              <a:rPr lang="es-ES" dirty="0">
                <a:latin typeface="Ubuntu" panose="020B0504030602030204" pitchFamily="34" charset="0"/>
              </a:rPr>
              <a:t>:</a:t>
            </a:r>
          </a:p>
          <a:p>
            <a:pPr marL="285750" indent="-285750">
              <a:buFont typeface="Arial" panose="020B0604020202020204" pitchFamily="34" charset="0"/>
              <a:buChar char="•"/>
            </a:pPr>
            <a:r>
              <a:rPr lang="es-ES" b="1" dirty="0">
                <a:latin typeface="Ubuntu" panose="020B0504030602030204" pitchFamily="34" charset="0"/>
              </a:rPr>
              <a:t>1:1</a:t>
            </a:r>
            <a:r>
              <a:rPr lang="es-ES" dirty="0">
                <a:latin typeface="Ubuntu" panose="020B0504030602030204" pitchFamily="34" charset="0"/>
              </a:rPr>
              <a:t>: Uno a uno. Cada instancia de A se relaciona con una instancia de B y viceversa. Por ejemplo, un empleado se corresponde con una dirección postal, y una </a:t>
            </a:r>
            <a:r>
              <a:rPr lang="es-ES" dirty="0" err="1">
                <a:latin typeface="Ubuntu" panose="020B0504030602030204" pitchFamily="34" charset="0"/>
              </a:rPr>
              <a:t>d.p.</a:t>
            </a:r>
            <a:r>
              <a:rPr lang="es-ES" dirty="0">
                <a:latin typeface="Ubuntu" panose="020B0504030602030204" pitchFamily="34" charset="0"/>
              </a:rPr>
              <a:t> solo con un empleado.</a:t>
            </a:r>
          </a:p>
          <a:p>
            <a:pPr marL="285750" indent="-285750">
              <a:buFont typeface="Arial" panose="020B0604020202020204" pitchFamily="34" charset="0"/>
              <a:buChar char="•"/>
            </a:pPr>
            <a:r>
              <a:rPr lang="es-ES" b="1" dirty="0">
                <a:latin typeface="Ubuntu" panose="020B0504030602030204" pitchFamily="34" charset="0"/>
              </a:rPr>
              <a:t>1:N</a:t>
            </a:r>
            <a:r>
              <a:rPr lang="es-ES" dirty="0">
                <a:latin typeface="Ubuntu" panose="020B0504030602030204" pitchFamily="34" charset="0"/>
              </a:rPr>
              <a:t>: Uno a muchos. Cada instancia de A se relaciona con cualquier número de instancias de B, pero cada instancia de B se relaciona solo con una instancia de A. Cada producto es solo de una categoría mientras que cada categoría puede contener muchos productos.</a:t>
            </a:r>
          </a:p>
          <a:p>
            <a:pPr marL="285750" indent="-285750">
              <a:buFont typeface="Arial" panose="020B0604020202020204" pitchFamily="34" charset="0"/>
              <a:buChar char="•"/>
            </a:pPr>
            <a:r>
              <a:rPr lang="es-ES" b="1" dirty="0">
                <a:latin typeface="Ubuntu" panose="020B0504030602030204" pitchFamily="34" charset="0"/>
              </a:rPr>
              <a:t>N:1</a:t>
            </a:r>
            <a:r>
              <a:rPr lang="es-ES" dirty="0">
                <a:latin typeface="Ubuntu" panose="020B0504030602030204" pitchFamily="34" charset="0"/>
              </a:rPr>
              <a:t>: Lo contrario.</a:t>
            </a:r>
          </a:p>
          <a:p>
            <a:pPr marL="285750" indent="-285750">
              <a:buFont typeface="Arial" panose="020B0604020202020204" pitchFamily="34" charset="0"/>
              <a:buChar char="•"/>
            </a:pPr>
            <a:r>
              <a:rPr lang="es-ES" b="1" dirty="0">
                <a:latin typeface="Ubuntu" panose="020B0504030602030204" pitchFamily="34" charset="0"/>
              </a:rPr>
              <a:t>N:M</a:t>
            </a:r>
            <a:r>
              <a:rPr lang="es-ES" dirty="0">
                <a:latin typeface="Ubuntu" panose="020B0504030602030204" pitchFamily="34" charset="0"/>
              </a:rPr>
              <a:t>: Una instancia de A se relaciona con cualquier número de instancias de B, y viceversa. Cada producto puede ser comprado por varios clientes, y cada cliente puede comprar varios productos.</a:t>
            </a:r>
            <a:endParaRPr lang="es-ES" b="1" dirty="0">
              <a:latin typeface="Ubuntu" panose="020B0504030602030204" pitchFamily="34" charset="0"/>
            </a:endParaRPr>
          </a:p>
        </p:txBody>
      </p:sp>
    </p:spTree>
    <p:extLst>
      <p:ext uri="{BB962C8B-B14F-4D97-AF65-F5344CB8AC3E}">
        <p14:creationId xmlns:p14="http://schemas.microsoft.com/office/powerpoint/2010/main" val="1355208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47B641-253D-43BA-C3BB-8821BEA99AED}"/>
              </a:ext>
            </a:extLst>
          </p:cNvPr>
          <p:cNvSpPr>
            <a:spLocks noGrp="1"/>
          </p:cNvSpPr>
          <p:nvPr>
            <p:ph type="title"/>
          </p:nvPr>
        </p:nvSpPr>
        <p:spPr/>
        <p:txBody>
          <a:bodyPr/>
          <a:lstStyle/>
          <a:p>
            <a:r>
              <a:rPr lang="es-ES" dirty="0"/>
              <a:t>Diseño a partir del diagrama</a:t>
            </a:r>
          </a:p>
        </p:txBody>
      </p:sp>
      <p:sp>
        <p:nvSpPr>
          <p:cNvPr id="3" name="CuadroTexto 2">
            <a:extLst>
              <a:ext uri="{FF2B5EF4-FFF2-40B4-BE49-F238E27FC236}">
                <a16:creationId xmlns:a16="http://schemas.microsoft.com/office/drawing/2014/main" id="{1C39C50A-46F1-01A5-FCF0-BB60A2DA224E}"/>
              </a:ext>
            </a:extLst>
          </p:cNvPr>
          <p:cNvSpPr txBox="1"/>
          <p:nvPr/>
        </p:nvSpPr>
        <p:spPr>
          <a:xfrm>
            <a:off x="516047" y="1376127"/>
            <a:ext cx="9325069" cy="4154984"/>
          </a:xfrm>
          <a:prstGeom prst="rect">
            <a:avLst/>
          </a:prstGeom>
          <a:noFill/>
        </p:spPr>
        <p:txBody>
          <a:bodyPr wrap="square" rtlCol="0">
            <a:spAutoFit/>
          </a:bodyPr>
          <a:lstStyle/>
          <a:p>
            <a:pPr marL="342900" indent="-342900">
              <a:buFont typeface="Arial" panose="020B0604020202020204" pitchFamily="34" charset="0"/>
              <a:buChar char="•"/>
            </a:pPr>
            <a:r>
              <a:rPr lang="es-ES" sz="2400" b="1" dirty="0">
                <a:latin typeface="Ubuntu" panose="020B0504030602030204" pitchFamily="34" charset="0"/>
              </a:rPr>
              <a:t>Entidad fuerte</a:t>
            </a:r>
            <a:r>
              <a:rPr lang="es-ES" sz="2400" dirty="0">
                <a:latin typeface="Ubuntu" panose="020B0504030602030204" pitchFamily="34" charset="0"/>
              </a:rPr>
              <a:t>: con clave primaria -&gt; se convierte en tabla, y sus atributos en campos de la tabla.</a:t>
            </a:r>
          </a:p>
          <a:p>
            <a:pPr marL="342900" indent="-342900">
              <a:buFont typeface="Arial" panose="020B0604020202020204" pitchFamily="34" charset="0"/>
              <a:buChar char="•"/>
            </a:pPr>
            <a:r>
              <a:rPr lang="es-ES" sz="2400" b="1" dirty="0">
                <a:latin typeface="Ubuntu" panose="020B0504030602030204" pitchFamily="34" charset="0"/>
              </a:rPr>
              <a:t>Entidad débil</a:t>
            </a:r>
            <a:r>
              <a:rPr lang="es-ES" sz="2400" dirty="0">
                <a:latin typeface="Ubuntu" panose="020B0504030602030204" pitchFamily="34" charset="0"/>
              </a:rPr>
              <a:t>: Sin clave primaria, por lo que depende de una entidad fuerte que le permita identificar sus atributos mediante interrelación -&gt; se convierte en tabla con sus atributos + clave primaria de la entidad fuerte.</a:t>
            </a:r>
          </a:p>
          <a:p>
            <a:r>
              <a:rPr lang="es-ES" sz="1200" dirty="0">
                <a:latin typeface="Ubuntu" panose="020B0504030602030204" pitchFamily="34" charset="0"/>
              </a:rPr>
              <a:t>Ejemplo: El teléfono es entidad débil dependiente del alumno en el ejemplo anterior (tabla es sus atributos (teléfono) + clave primaria de entidad fuerte (</a:t>
            </a:r>
            <a:r>
              <a:rPr lang="es-ES" sz="1200" dirty="0" err="1">
                <a:latin typeface="Ubuntu" panose="020B0504030602030204" pitchFamily="34" charset="0"/>
              </a:rPr>
              <a:t>código_alumno</a:t>
            </a:r>
            <a:r>
              <a:rPr lang="es-ES" sz="1200" dirty="0">
                <a:latin typeface="Ubuntu" panose="020B0504030602030204" pitchFamily="34" charset="0"/>
              </a:rPr>
              <a:t>)).</a:t>
            </a:r>
          </a:p>
          <a:p>
            <a:pPr marL="342900" indent="-342900">
              <a:buFont typeface="Arial" panose="020B0604020202020204" pitchFamily="34" charset="0"/>
              <a:buChar char="•"/>
            </a:pPr>
            <a:r>
              <a:rPr lang="es-ES" sz="2400" b="1" dirty="0">
                <a:latin typeface="Ubuntu" panose="020B0504030602030204" pitchFamily="34" charset="0"/>
              </a:rPr>
              <a:t>Interrelación</a:t>
            </a:r>
            <a:r>
              <a:rPr lang="es-ES" sz="2400" dirty="0">
                <a:latin typeface="Ubuntu" panose="020B0504030602030204" pitchFamily="34" charset="0"/>
              </a:rPr>
              <a:t>: Tabla cuyos campos son claves primarias de entidades relacionadas + atributos propios.</a:t>
            </a:r>
          </a:p>
          <a:p>
            <a:pPr marL="342900" indent="-342900">
              <a:buFont typeface="Arial" panose="020B0604020202020204" pitchFamily="34" charset="0"/>
              <a:buChar char="•"/>
            </a:pPr>
            <a:r>
              <a:rPr lang="es-ES" sz="2400" b="1" dirty="0">
                <a:latin typeface="Ubuntu" panose="020B0504030602030204" pitchFamily="34" charset="0"/>
              </a:rPr>
              <a:t>Interrelación N:M</a:t>
            </a:r>
            <a:r>
              <a:rPr lang="es-ES" sz="2400" dirty="0">
                <a:latin typeface="Ubuntu" panose="020B0504030602030204" pitchFamily="34" charset="0"/>
              </a:rPr>
              <a:t>: Tabla intermedia relacionada con las dos anteriores en 1:N.</a:t>
            </a:r>
            <a:endParaRPr lang="es-ES" sz="2400" b="1" dirty="0">
              <a:latin typeface="Ubuntu" panose="020B0504030602030204" pitchFamily="34" charset="0"/>
            </a:endParaRPr>
          </a:p>
        </p:txBody>
      </p:sp>
    </p:spTree>
    <p:extLst>
      <p:ext uri="{BB962C8B-B14F-4D97-AF65-F5344CB8AC3E}">
        <p14:creationId xmlns:p14="http://schemas.microsoft.com/office/powerpoint/2010/main" val="37256664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1ABD08-FB45-DC5A-6395-23CD1BA860AE}"/>
              </a:ext>
            </a:extLst>
          </p:cNvPr>
          <p:cNvSpPr>
            <a:spLocks noGrp="1"/>
          </p:cNvSpPr>
          <p:nvPr>
            <p:ph type="title"/>
          </p:nvPr>
        </p:nvSpPr>
        <p:spPr/>
        <p:txBody>
          <a:bodyPr/>
          <a:lstStyle/>
          <a:p>
            <a:r>
              <a:rPr lang="es-ES" dirty="0"/>
              <a:t>Ejemplo de diseño</a:t>
            </a:r>
          </a:p>
        </p:txBody>
      </p:sp>
      <p:sp>
        <p:nvSpPr>
          <p:cNvPr id="4" name="CuadroTexto 3">
            <a:extLst>
              <a:ext uri="{FF2B5EF4-FFF2-40B4-BE49-F238E27FC236}">
                <a16:creationId xmlns:a16="http://schemas.microsoft.com/office/drawing/2014/main" id="{77A78379-F751-D55A-E837-D67AD5F1E27F}"/>
              </a:ext>
            </a:extLst>
          </p:cNvPr>
          <p:cNvSpPr txBox="1"/>
          <p:nvPr/>
        </p:nvSpPr>
        <p:spPr>
          <a:xfrm>
            <a:off x="319596" y="1225970"/>
            <a:ext cx="8813306" cy="4098558"/>
          </a:xfrm>
          <a:prstGeom prst="rect">
            <a:avLst/>
          </a:prstGeom>
          <a:noFill/>
        </p:spPr>
        <p:txBody>
          <a:bodyPr wrap="square">
            <a:spAutoFit/>
          </a:bodyPr>
          <a:lstStyle/>
          <a:p>
            <a:pPr rtl="0">
              <a:spcBef>
                <a:spcPts val="75"/>
              </a:spcBef>
              <a:spcAft>
                <a:spcPts val="75"/>
              </a:spcAft>
            </a:pPr>
            <a:r>
              <a:rPr lang="es-ES" sz="1800" b="0" i="0" u="none" strike="noStrike" dirty="0">
                <a:solidFill>
                  <a:srgbClr val="000000"/>
                </a:solidFill>
                <a:effectLst/>
                <a:latin typeface="Ubuntu" panose="020B0504030602030204" pitchFamily="34" charset="0"/>
              </a:rPr>
              <a:t>Se quiere diseñar un sistema relacional para una entidad financiera que tenga información de los clientes, sus contratos y las operaciones realizadas sobre dichos contratos. Hay que tener en cuenta las siguientes restricciones:</a:t>
            </a:r>
            <a:endParaRPr lang="es-ES" sz="1800" b="0" dirty="0">
              <a:effectLst/>
            </a:endParaRPr>
          </a:p>
          <a:p>
            <a:pPr rtl="0" fontAlgn="base">
              <a:spcBef>
                <a:spcPts val="75"/>
              </a:spcBef>
              <a:spcAft>
                <a:spcPts val="0"/>
              </a:spcAft>
              <a:buFont typeface="Arial" panose="020B0604020202020204" pitchFamily="34" charset="0"/>
              <a:buChar char="•"/>
            </a:pPr>
            <a:r>
              <a:rPr lang="es-ES" sz="1800" b="0" i="0" u="none" strike="noStrike" dirty="0">
                <a:solidFill>
                  <a:srgbClr val="000000"/>
                </a:solidFill>
                <a:effectLst/>
                <a:latin typeface="Ubuntu" panose="020B0504030602030204" pitchFamily="34" charset="0"/>
              </a:rPr>
              <a:t> Una operación bancaria se identifica por su número de operación, una fecha y un importe.</a:t>
            </a:r>
          </a:p>
          <a:p>
            <a:pPr rtl="0" fontAlgn="base">
              <a:spcBef>
                <a:spcPts val="0"/>
              </a:spcBef>
              <a:spcAft>
                <a:spcPts val="0"/>
              </a:spcAft>
              <a:buFont typeface="Arial" panose="020B0604020202020204" pitchFamily="34" charset="0"/>
              <a:buChar char="•"/>
            </a:pPr>
            <a:r>
              <a:rPr lang="es-ES" sz="1800" b="0" i="0" u="none" strike="noStrike" dirty="0">
                <a:solidFill>
                  <a:srgbClr val="000000"/>
                </a:solidFill>
                <a:effectLst/>
                <a:latin typeface="Ubuntu" panose="020B0504030602030204" pitchFamily="34" charset="0"/>
              </a:rPr>
              <a:t> Un cliente puede tener varias cuentas. (1 cliente - N cuentas, 1:N)</a:t>
            </a:r>
          </a:p>
          <a:p>
            <a:pPr rtl="0" fontAlgn="base">
              <a:spcBef>
                <a:spcPts val="0"/>
              </a:spcBef>
              <a:spcAft>
                <a:spcPts val="0"/>
              </a:spcAft>
              <a:buFont typeface="Arial" panose="020B0604020202020204" pitchFamily="34" charset="0"/>
              <a:buChar char="•"/>
            </a:pPr>
            <a:r>
              <a:rPr lang="es-ES" sz="1800" b="0" i="0" u="none" strike="noStrike" dirty="0">
                <a:solidFill>
                  <a:srgbClr val="000000"/>
                </a:solidFill>
                <a:effectLst/>
                <a:latin typeface="Ubuntu" panose="020B0504030602030204" pitchFamily="34" charset="0"/>
              </a:rPr>
              <a:t> Una cuenta puede ser accedida por varios clientes. (1 cuenta - N clientes, 1:N, que juntada con lo anterior se transforma en N clientes - M cuentas, N:M)</a:t>
            </a:r>
          </a:p>
          <a:p>
            <a:pPr rtl="0" fontAlgn="base">
              <a:spcBef>
                <a:spcPts val="0"/>
              </a:spcBef>
              <a:spcAft>
                <a:spcPts val="75"/>
              </a:spcAft>
              <a:buFont typeface="Arial" panose="020B0604020202020204" pitchFamily="34" charset="0"/>
              <a:buChar char="•"/>
            </a:pPr>
            <a:r>
              <a:rPr lang="es-ES" sz="1800" b="0" i="0" u="none" strike="noStrike" dirty="0">
                <a:solidFill>
                  <a:srgbClr val="000000"/>
                </a:solidFill>
                <a:effectLst/>
                <a:latin typeface="Ubuntu" panose="020B0504030602030204" pitchFamily="34" charset="0"/>
              </a:rPr>
              <a:t> Una cuenta solo pertenece a una sucursal bancaria. (1 sucursal - N cuentas, 1:N)</a:t>
            </a:r>
          </a:p>
          <a:p>
            <a:pPr rtl="0">
              <a:spcBef>
                <a:spcPts val="75"/>
              </a:spcBef>
              <a:spcAft>
                <a:spcPts val="75"/>
              </a:spcAft>
            </a:pPr>
            <a:r>
              <a:rPr lang="es-ES" sz="1800" b="0" i="0" u="none" strike="noStrike" dirty="0">
                <a:solidFill>
                  <a:srgbClr val="000000"/>
                </a:solidFill>
                <a:effectLst/>
                <a:latin typeface="Ubuntu" panose="020B0504030602030204" pitchFamily="34" charset="0"/>
              </a:rPr>
              <a:t>A partir de estas restricciones determinamos las siguientes tablas:</a:t>
            </a:r>
            <a:endParaRPr lang="es-ES" sz="1800" b="0" dirty="0">
              <a:effectLst/>
            </a:endParaRPr>
          </a:p>
          <a:p>
            <a:pPr rtl="0">
              <a:spcBef>
                <a:spcPts val="75"/>
              </a:spcBef>
              <a:spcAft>
                <a:spcPts val="75"/>
              </a:spcAft>
            </a:pPr>
            <a:r>
              <a:rPr lang="es-ES" sz="1800" b="1" i="0" u="none" strike="noStrike" dirty="0">
                <a:solidFill>
                  <a:srgbClr val="000000"/>
                </a:solidFill>
                <a:effectLst/>
                <a:latin typeface="Ubuntu" panose="020B0504030602030204" pitchFamily="34" charset="0"/>
              </a:rPr>
              <a:t>CLIENTE</a:t>
            </a:r>
            <a:r>
              <a:rPr lang="es-ES" sz="1800" b="0" i="0" u="none" strike="noStrike" dirty="0">
                <a:solidFill>
                  <a:srgbClr val="000000"/>
                </a:solidFill>
                <a:effectLst/>
                <a:latin typeface="Ubuntu" panose="020B0504030602030204" pitchFamily="34" charset="0"/>
              </a:rPr>
              <a:t> (NIF, nombre, apellido)</a:t>
            </a:r>
            <a:endParaRPr lang="es-ES" sz="1800" b="0" dirty="0">
              <a:effectLst/>
            </a:endParaRPr>
          </a:p>
          <a:p>
            <a:pPr rtl="0">
              <a:spcBef>
                <a:spcPts val="75"/>
              </a:spcBef>
              <a:spcAft>
                <a:spcPts val="75"/>
              </a:spcAft>
            </a:pPr>
            <a:r>
              <a:rPr lang="es-ES" sz="1800" b="1" i="0" u="none" strike="noStrike" dirty="0">
                <a:solidFill>
                  <a:srgbClr val="000000"/>
                </a:solidFill>
                <a:effectLst/>
                <a:latin typeface="Ubuntu" panose="020B0504030602030204" pitchFamily="34" charset="0"/>
              </a:rPr>
              <a:t>SUCURSAL</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num_sucursal</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direccion</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poblacion</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telefono</a:t>
            </a:r>
            <a:r>
              <a:rPr lang="es-ES" sz="1800" b="0" i="0" u="none" strike="noStrike" dirty="0">
                <a:solidFill>
                  <a:srgbClr val="000000"/>
                </a:solidFill>
                <a:effectLst/>
                <a:latin typeface="Ubuntu" panose="020B0504030602030204" pitchFamily="34" charset="0"/>
              </a:rPr>
              <a:t>)</a:t>
            </a:r>
            <a:endParaRPr lang="es-ES" sz="1800" b="0" dirty="0">
              <a:effectLst/>
            </a:endParaRPr>
          </a:p>
          <a:p>
            <a:pPr rtl="0">
              <a:spcBef>
                <a:spcPts val="75"/>
              </a:spcBef>
              <a:spcAft>
                <a:spcPts val="75"/>
              </a:spcAft>
            </a:pPr>
            <a:r>
              <a:rPr lang="es-ES" sz="1800" b="1" i="0" u="none" strike="noStrike" dirty="0">
                <a:solidFill>
                  <a:srgbClr val="000000"/>
                </a:solidFill>
                <a:effectLst/>
                <a:latin typeface="Ubuntu" panose="020B0504030602030204" pitchFamily="34" charset="0"/>
              </a:rPr>
              <a:t>CUENTA</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numero_cuenta</a:t>
            </a:r>
            <a:r>
              <a:rPr lang="es-ES" sz="1800" b="0" i="0" u="none" strike="noStrike" dirty="0">
                <a:solidFill>
                  <a:srgbClr val="000000"/>
                </a:solidFill>
                <a:effectLst/>
                <a:latin typeface="Ubuntu" panose="020B0504030602030204" pitchFamily="34" charset="0"/>
              </a:rPr>
              <a:t>, tipo, </a:t>
            </a:r>
            <a:r>
              <a:rPr lang="es-ES" sz="1800" b="0" i="0" u="none" strike="noStrike" dirty="0" err="1">
                <a:solidFill>
                  <a:srgbClr val="000000"/>
                </a:solidFill>
                <a:effectLst/>
                <a:latin typeface="Ubuntu" panose="020B0504030602030204" pitchFamily="34" charset="0"/>
              </a:rPr>
              <a:t>interes</a:t>
            </a:r>
            <a:r>
              <a:rPr lang="es-ES" sz="1800" b="0" i="0" u="none" strike="noStrike" dirty="0">
                <a:solidFill>
                  <a:srgbClr val="000000"/>
                </a:solidFill>
                <a:effectLst/>
                <a:latin typeface="Ubuntu" panose="020B0504030602030204" pitchFamily="34" charset="0"/>
              </a:rPr>
              <a:t>, saldo)</a:t>
            </a:r>
            <a:br>
              <a:rPr lang="es-ES" sz="1800" b="1" i="0" u="none" strike="noStrike" dirty="0">
                <a:solidFill>
                  <a:srgbClr val="000000"/>
                </a:solidFill>
                <a:effectLst/>
                <a:latin typeface="Ubuntu" panose="020B0504030602030204" pitchFamily="34" charset="0"/>
              </a:rPr>
            </a:br>
            <a:r>
              <a:rPr lang="es-ES" sz="1800" b="1" i="0" u="none" strike="noStrike" dirty="0">
                <a:solidFill>
                  <a:srgbClr val="000000"/>
                </a:solidFill>
                <a:effectLst/>
                <a:latin typeface="Ubuntu" panose="020B0504030602030204" pitchFamily="34" charset="0"/>
              </a:rPr>
              <a:t>OPERACION</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num_operacion</a:t>
            </a:r>
            <a:r>
              <a:rPr lang="es-ES" sz="1800" b="0" i="0" u="none" strike="noStrike" dirty="0">
                <a:solidFill>
                  <a:srgbClr val="000000"/>
                </a:solidFill>
                <a:effectLst/>
                <a:latin typeface="Ubuntu" panose="020B0504030602030204" pitchFamily="34" charset="0"/>
              </a:rPr>
              <a:t>, fecha, importe)</a:t>
            </a:r>
            <a:endParaRPr lang="es-ES" sz="1800" b="0" dirty="0">
              <a:effectLst/>
            </a:endParaRPr>
          </a:p>
        </p:txBody>
      </p:sp>
    </p:spTree>
    <p:extLst>
      <p:ext uri="{BB962C8B-B14F-4D97-AF65-F5344CB8AC3E}">
        <p14:creationId xmlns:p14="http://schemas.microsoft.com/office/powerpoint/2010/main" val="41663881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8E3ABD-CAF2-7368-BD12-6A01FD0E7466}"/>
              </a:ext>
            </a:extLst>
          </p:cNvPr>
          <p:cNvSpPr>
            <a:spLocks noGrp="1"/>
          </p:cNvSpPr>
          <p:nvPr>
            <p:ph type="title"/>
          </p:nvPr>
        </p:nvSpPr>
        <p:spPr/>
        <p:txBody>
          <a:bodyPr/>
          <a:lstStyle/>
          <a:p>
            <a:r>
              <a:rPr lang="es-ES" dirty="0"/>
              <a:t>Ejemplo de diseño</a:t>
            </a:r>
          </a:p>
        </p:txBody>
      </p:sp>
      <p:pic>
        <p:nvPicPr>
          <p:cNvPr id="6146" name="Picture 2">
            <a:extLst>
              <a:ext uri="{FF2B5EF4-FFF2-40B4-BE49-F238E27FC236}">
                <a16:creationId xmlns:a16="http://schemas.microsoft.com/office/drawing/2014/main" id="{2CB65A2F-34C2-5089-E997-E2869F78BE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0730" y="1609146"/>
            <a:ext cx="9200761" cy="4844920"/>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706C732A-35EE-9451-94B7-B7B821AD10B8}"/>
              </a:ext>
            </a:extLst>
          </p:cNvPr>
          <p:cNvSpPr txBox="1"/>
          <p:nvPr/>
        </p:nvSpPr>
        <p:spPr>
          <a:xfrm>
            <a:off x="1180730" y="1239814"/>
            <a:ext cx="5864106" cy="369332"/>
          </a:xfrm>
          <a:prstGeom prst="rect">
            <a:avLst/>
          </a:prstGeom>
          <a:noFill/>
        </p:spPr>
        <p:txBody>
          <a:bodyPr wrap="none" rtlCol="0">
            <a:spAutoFit/>
          </a:bodyPr>
          <a:lstStyle/>
          <a:p>
            <a:r>
              <a:rPr lang="es-ES" sz="1800" dirty="0">
                <a:latin typeface="Ubuntu" panose="020B0504030602030204" pitchFamily="34" charset="0"/>
              </a:rPr>
              <a:t>A partir de lo anterior, se genera el siguiente diagrama:</a:t>
            </a:r>
          </a:p>
        </p:txBody>
      </p:sp>
    </p:spTree>
    <p:extLst>
      <p:ext uri="{BB962C8B-B14F-4D97-AF65-F5344CB8AC3E}">
        <p14:creationId xmlns:p14="http://schemas.microsoft.com/office/powerpoint/2010/main" val="11255155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28DC2A-2F30-292E-E4E7-73BDCC21FB8B}"/>
              </a:ext>
            </a:extLst>
          </p:cNvPr>
          <p:cNvSpPr>
            <a:spLocks noGrp="1"/>
          </p:cNvSpPr>
          <p:nvPr>
            <p:ph type="title"/>
          </p:nvPr>
        </p:nvSpPr>
        <p:spPr/>
        <p:txBody>
          <a:bodyPr/>
          <a:lstStyle/>
          <a:p>
            <a:r>
              <a:rPr lang="es-ES" dirty="0"/>
              <a:t>Ejemplo de diseño</a:t>
            </a:r>
          </a:p>
        </p:txBody>
      </p:sp>
      <p:sp>
        <p:nvSpPr>
          <p:cNvPr id="3" name="CuadroTexto 2">
            <a:extLst>
              <a:ext uri="{FF2B5EF4-FFF2-40B4-BE49-F238E27FC236}">
                <a16:creationId xmlns:a16="http://schemas.microsoft.com/office/drawing/2014/main" id="{D8215575-B142-07A9-B95B-606317A802CC}"/>
              </a:ext>
            </a:extLst>
          </p:cNvPr>
          <p:cNvSpPr txBox="1"/>
          <p:nvPr/>
        </p:nvSpPr>
        <p:spPr>
          <a:xfrm>
            <a:off x="603682" y="1198485"/>
            <a:ext cx="8547533" cy="369332"/>
          </a:xfrm>
          <a:prstGeom prst="rect">
            <a:avLst/>
          </a:prstGeom>
          <a:noFill/>
        </p:spPr>
        <p:txBody>
          <a:bodyPr wrap="none" rtlCol="0">
            <a:spAutoFit/>
          </a:bodyPr>
          <a:lstStyle/>
          <a:p>
            <a:r>
              <a:rPr lang="es-ES" sz="1800" dirty="0">
                <a:latin typeface="Ubuntu" panose="020B0504030602030204" pitchFamily="34" charset="0"/>
              </a:rPr>
              <a:t>A partir del diagrama anterior, se genera el siguiente esquema de base de datos:</a:t>
            </a:r>
          </a:p>
        </p:txBody>
      </p:sp>
      <p:sp>
        <p:nvSpPr>
          <p:cNvPr id="5" name="CuadroTexto 4">
            <a:extLst>
              <a:ext uri="{FF2B5EF4-FFF2-40B4-BE49-F238E27FC236}">
                <a16:creationId xmlns:a16="http://schemas.microsoft.com/office/drawing/2014/main" id="{4B00D0FB-9FFF-7C22-B05C-99C2682CCF27}"/>
              </a:ext>
            </a:extLst>
          </p:cNvPr>
          <p:cNvSpPr txBox="1"/>
          <p:nvPr/>
        </p:nvSpPr>
        <p:spPr>
          <a:xfrm>
            <a:off x="613117" y="1567817"/>
            <a:ext cx="8538098" cy="2662267"/>
          </a:xfrm>
          <a:prstGeom prst="rect">
            <a:avLst/>
          </a:prstGeom>
          <a:noFill/>
        </p:spPr>
        <p:txBody>
          <a:bodyPr wrap="square">
            <a:spAutoFit/>
          </a:bodyPr>
          <a:lstStyle/>
          <a:p>
            <a:pPr rtl="0">
              <a:spcBef>
                <a:spcPts val="75"/>
              </a:spcBef>
              <a:spcAft>
                <a:spcPts val="75"/>
              </a:spcAft>
            </a:pPr>
            <a:r>
              <a:rPr lang="es-ES" sz="1800" b="1" i="0" u="none" strike="noStrike" dirty="0">
                <a:solidFill>
                  <a:srgbClr val="000000"/>
                </a:solidFill>
                <a:effectLst/>
                <a:latin typeface="Ubuntu" panose="020B0504030602030204" pitchFamily="34" charset="0"/>
              </a:rPr>
              <a:t>Tablas de entidad</a:t>
            </a:r>
            <a:endParaRPr lang="es-ES" sz="1800" b="0" dirty="0">
              <a:effectLst/>
            </a:endParaRPr>
          </a:p>
          <a:p>
            <a:pPr rtl="0" fontAlgn="base">
              <a:spcBef>
                <a:spcPts val="75"/>
              </a:spcBef>
              <a:spcAft>
                <a:spcPts val="0"/>
              </a:spcAft>
              <a:buFont typeface="Arial" panose="020B0604020202020204" pitchFamily="34" charset="0"/>
              <a:buChar char="•"/>
            </a:pPr>
            <a:r>
              <a:rPr lang="es-ES" sz="1800" b="1" i="0" u="none" strike="noStrike" dirty="0">
                <a:solidFill>
                  <a:srgbClr val="000000"/>
                </a:solidFill>
                <a:effectLst/>
                <a:latin typeface="Ubuntu" panose="020B0504030602030204" pitchFamily="34" charset="0"/>
              </a:rPr>
              <a:t> CLIENTE </a:t>
            </a:r>
            <a:r>
              <a:rPr lang="es-ES" sz="1800" b="0" i="0" u="none" strike="noStrike" dirty="0">
                <a:solidFill>
                  <a:srgbClr val="000000"/>
                </a:solidFill>
                <a:effectLst/>
                <a:latin typeface="Ubuntu" panose="020B0504030602030204" pitchFamily="34" charset="0"/>
              </a:rPr>
              <a:t>(</a:t>
            </a:r>
            <a:r>
              <a:rPr lang="es-ES" sz="1800" b="0" i="0" u="sng" strike="noStrike" dirty="0">
                <a:solidFill>
                  <a:srgbClr val="000000"/>
                </a:solidFill>
                <a:effectLst/>
                <a:latin typeface="Ubuntu" panose="020B0504030602030204" pitchFamily="34" charset="0"/>
              </a:rPr>
              <a:t>NIF</a:t>
            </a:r>
            <a:r>
              <a:rPr lang="es-ES" sz="1800" b="0" i="0" u="none" strike="noStrike" dirty="0">
                <a:solidFill>
                  <a:srgbClr val="000000"/>
                </a:solidFill>
                <a:effectLst/>
                <a:latin typeface="Ubuntu" panose="020B0504030602030204" pitchFamily="34" charset="0"/>
              </a:rPr>
              <a:t>, nombre, apellido)</a:t>
            </a:r>
            <a:endParaRPr lang="es-ES" sz="1800" b="1" i="0" u="none" strike="noStrike" dirty="0">
              <a:solidFill>
                <a:srgbClr val="000000"/>
              </a:solidFill>
              <a:effectLst/>
              <a:latin typeface="Ubuntu" panose="020B0504030602030204" pitchFamily="34" charset="0"/>
            </a:endParaRPr>
          </a:p>
          <a:p>
            <a:pPr rtl="0" fontAlgn="base">
              <a:spcBef>
                <a:spcPts val="0"/>
              </a:spcBef>
              <a:spcAft>
                <a:spcPts val="0"/>
              </a:spcAft>
              <a:buFont typeface="Arial" panose="020B0604020202020204" pitchFamily="34" charset="0"/>
              <a:buChar char="•"/>
            </a:pPr>
            <a:r>
              <a:rPr lang="es-ES" sz="1800" b="1" i="0" u="none" strike="noStrike" dirty="0">
                <a:solidFill>
                  <a:srgbClr val="000000"/>
                </a:solidFill>
                <a:effectLst/>
                <a:latin typeface="Ubuntu" panose="020B0504030602030204" pitchFamily="34" charset="0"/>
              </a:rPr>
              <a:t> SUCURSAL</a:t>
            </a:r>
            <a:r>
              <a:rPr lang="es-ES" sz="1800" b="0" i="0" u="none" strike="noStrike" dirty="0">
                <a:solidFill>
                  <a:srgbClr val="000000"/>
                </a:solidFill>
                <a:effectLst/>
                <a:latin typeface="Ubuntu" panose="020B0504030602030204" pitchFamily="34" charset="0"/>
              </a:rPr>
              <a:t> (</a:t>
            </a:r>
            <a:r>
              <a:rPr lang="es-ES" sz="1800" b="0" i="0" u="sng" strike="noStrike" dirty="0" err="1">
                <a:solidFill>
                  <a:srgbClr val="000000"/>
                </a:solidFill>
                <a:effectLst/>
                <a:latin typeface="Ubuntu" panose="020B0504030602030204" pitchFamily="34" charset="0"/>
              </a:rPr>
              <a:t>num_sucursal</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direccion</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poblacion</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telefono</a:t>
            </a:r>
            <a:r>
              <a:rPr lang="es-ES" sz="1800" b="0" i="0" u="none" strike="noStrike" dirty="0">
                <a:solidFill>
                  <a:srgbClr val="000000"/>
                </a:solidFill>
                <a:effectLst/>
                <a:latin typeface="Ubuntu" panose="020B0504030602030204" pitchFamily="34" charset="0"/>
              </a:rPr>
              <a:t>)</a:t>
            </a:r>
            <a:endParaRPr lang="es-ES" sz="1800" b="1" i="0" u="none" strike="noStrike" dirty="0">
              <a:solidFill>
                <a:srgbClr val="000000"/>
              </a:solidFill>
              <a:effectLst/>
              <a:latin typeface="Ubuntu" panose="020B0504030602030204" pitchFamily="34" charset="0"/>
            </a:endParaRPr>
          </a:p>
          <a:p>
            <a:pPr rtl="0" fontAlgn="base">
              <a:spcBef>
                <a:spcPts val="0"/>
              </a:spcBef>
              <a:spcAft>
                <a:spcPts val="0"/>
              </a:spcAft>
              <a:buFont typeface="Arial" panose="020B0604020202020204" pitchFamily="34" charset="0"/>
              <a:buChar char="•"/>
            </a:pPr>
            <a:r>
              <a:rPr lang="es-ES" sz="1800" b="1" i="0" u="none" strike="noStrike" dirty="0">
                <a:solidFill>
                  <a:srgbClr val="000000"/>
                </a:solidFill>
                <a:effectLst/>
                <a:latin typeface="Ubuntu" panose="020B0504030602030204" pitchFamily="34" charset="0"/>
              </a:rPr>
              <a:t> CUENTA </a:t>
            </a:r>
            <a:r>
              <a:rPr lang="es-ES" sz="1800" b="0" i="0" u="none" strike="noStrike" dirty="0">
                <a:solidFill>
                  <a:srgbClr val="000000"/>
                </a:solidFill>
                <a:effectLst/>
                <a:latin typeface="Ubuntu" panose="020B0504030602030204" pitchFamily="34" charset="0"/>
              </a:rPr>
              <a:t>(</a:t>
            </a:r>
            <a:r>
              <a:rPr lang="es-ES" sz="1800" b="0" i="0" u="sng" strike="noStrike" dirty="0" err="1">
                <a:solidFill>
                  <a:srgbClr val="000000"/>
                </a:solidFill>
                <a:effectLst/>
                <a:latin typeface="Ubuntu" panose="020B0504030602030204" pitchFamily="34" charset="0"/>
              </a:rPr>
              <a:t>numero_cuenta</a:t>
            </a:r>
            <a:r>
              <a:rPr lang="es-ES" sz="1800" b="0" i="0" u="none" strike="noStrike" dirty="0">
                <a:solidFill>
                  <a:srgbClr val="000000"/>
                </a:solidFill>
                <a:effectLst/>
                <a:latin typeface="Ubuntu" panose="020B0504030602030204" pitchFamily="34" charset="0"/>
              </a:rPr>
              <a:t>, tipo, </a:t>
            </a:r>
            <a:r>
              <a:rPr lang="es-ES" sz="1800" b="0" i="0" u="none" strike="noStrike" dirty="0" err="1">
                <a:solidFill>
                  <a:srgbClr val="000000"/>
                </a:solidFill>
                <a:effectLst/>
                <a:latin typeface="Ubuntu" panose="020B0504030602030204" pitchFamily="34" charset="0"/>
              </a:rPr>
              <a:t>interes</a:t>
            </a:r>
            <a:r>
              <a:rPr lang="es-ES" sz="1800" b="0" i="0" u="none" strike="noStrike" dirty="0">
                <a:solidFill>
                  <a:srgbClr val="000000"/>
                </a:solidFill>
                <a:effectLst/>
                <a:latin typeface="Ubuntu" panose="020B0504030602030204" pitchFamily="34" charset="0"/>
              </a:rPr>
              <a:t>, saldo)</a:t>
            </a:r>
            <a:endParaRPr lang="es-ES" sz="1800" b="1" i="0" u="none" strike="noStrike" dirty="0">
              <a:solidFill>
                <a:srgbClr val="000000"/>
              </a:solidFill>
              <a:effectLst/>
              <a:latin typeface="Ubuntu" panose="020B0504030602030204" pitchFamily="34" charset="0"/>
            </a:endParaRPr>
          </a:p>
          <a:p>
            <a:pPr rtl="0" fontAlgn="base">
              <a:spcBef>
                <a:spcPts val="0"/>
              </a:spcBef>
              <a:spcAft>
                <a:spcPts val="75"/>
              </a:spcAft>
              <a:buFont typeface="Arial" panose="020B0604020202020204" pitchFamily="34" charset="0"/>
              <a:buChar char="•"/>
            </a:pPr>
            <a:r>
              <a:rPr lang="es-ES" sz="1800" b="1" i="0" u="none" strike="noStrike" dirty="0">
                <a:solidFill>
                  <a:srgbClr val="000000"/>
                </a:solidFill>
                <a:effectLst/>
                <a:latin typeface="Ubuntu" panose="020B0504030602030204" pitchFamily="34" charset="0"/>
              </a:rPr>
              <a:t> OPERACION </a:t>
            </a:r>
            <a:r>
              <a:rPr lang="es-ES" sz="1800" b="0" i="0" u="none" strike="noStrike" dirty="0">
                <a:solidFill>
                  <a:srgbClr val="000000"/>
                </a:solidFill>
                <a:effectLst/>
                <a:latin typeface="Ubuntu" panose="020B0504030602030204" pitchFamily="34" charset="0"/>
              </a:rPr>
              <a:t>(</a:t>
            </a:r>
            <a:r>
              <a:rPr lang="es-ES" sz="1800" b="0" i="0" u="sng" strike="noStrike" dirty="0" err="1">
                <a:solidFill>
                  <a:srgbClr val="000000"/>
                </a:solidFill>
                <a:effectLst/>
                <a:latin typeface="Ubuntu" panose="020B0504030602030204" pitchFamily="34" charset="0"/>
              </a:rPr>
              <a:t>num_operacion</a:t>
            </a:r>
            <a:r>
              <a:rPr lang="es-ES" sz="1800" b="0" i="0" u="none" strike="noStrike" dirty="0">
                <a:solidFill>
                  <a:srgbClr val="000000"/>
                </a:solidFill>
                <a:effectLst/>
                <a:latin typeface="Ubuntu" panose="020B0504030602030204" pitchFamily="34" charset="0"/>
              </a:rPr>
              <a:t>, fecha, importe)</a:t>
            </a:r>
            <a:endParaRPr lang="es-ES" sz="1800" b="1" i="0" u="none" strike="noStrike" dirty="0">
              <a:solidFill>
                <a:srgbClr val="000000"/>
              </a:solidFill>
              <a:effectLst/>
              <a:latin typeface="Ubuntu" panose="020B0504030602030204" pitchFamily="34" charset="0"/>
            </a:endParaRPr>
          </a:p>
          <a:p>
            <a:pPr rtl="0">
              <a:spcBef>
                <a:spcPts val="75"/>
              </a:spcBef>
              <a:spcAft>
                <a:spcPts val="75"/>
              </a:spcAft>
            </a:pPr>
            <a:r>
              <a:rPr lang="es-ES" sz="1800" b="1" i="0" u="none" strike="noStrike" dirty="0">
                <a:solidFill>
                  <a:srgbClr val="000000"/>
                </a:solidFill>
                <a:effectLst/>
                <a:latin typeface="Ubuntu" panose="020B0504030602030204" pitchFamily="34" charset="0"/>
              </a:rPr>
              <a:t>Tablas de interrelación</a:t>
            </a:r>
            <a:endParaRPr lang="es-ES" sz="1800" b="0" dirty="0">
              <a:effectLst/>
            </a:endParaRPr>
          </a:p>
          <a:p>
            <a:pPr rtl="0" fontAlgn="base">
              <a:spcBef>
                <a:spcPts val="75"/>
              </a:spcBef>
              <a:spcAft>
                <a:spcPts val="0"/>
              </a:spcAft>
              <a:buFont typeface="Arial" panose="020B0604020202020204" pitchFamily="34" charset="0"/>
              <a:buChar char="•"/>
            </a:pPr>
            <a:r>
              <a:rPr lang="es-ES" sz="1800" b="1" i="0" u="none" strike="noStrike" dirty="0">
                <a:solidFill>
                  <a:srgbClr val="000000"/>
                </a:solidFill>
                <a:effectLst/>
                <a:latin typeface="Ubuntu" panose="020B0504030602030204" pitchFamily="34" charset="0"/>
              </a:rPr>
              <a:t> CLIENTE-CUENTA</a:t>
            </a:r>
            <a:r>
              <a:rPr lang="es-ES" sz="1800" b="0" i="0" u="none" strike="noStrike" dirty="0">
                <a:solidFill>
                  <a:srgbClr val="000000"/>
                </a:solidFill>
                <a:effectLst/>
                <a:latin typeface="Ubuntu" panose="020B0504030602030204" pitchFamily="34" charset="0"/>
              </a:rPr>
              <a:t> (</a:t>
            </a:r>
            <a:r>
              <a:rPr lang="es-ES" sz="1800" b="0" i="0" u="sng" strike="noStrike" dirty="0">
                <a:solidFill>
                  <a:srgbClr val="000000"/>
                </a:solidFill>
                <a:effectLst/>
                <a:latin typeface="Ubuntu" panose="020B0504030602030204" pitchFamily="34" charset="0"/>
              </a:rPr>
              <a:t>NIF</a:t>
            </a:r>
            <a:r>
              <a:rPr lang="es-ES" sz="1800" b="0" i="0" u="none" strike="noStrike" dirty="0">
                <a:solidFill>
                  <a:srgbClr val="000000"/>
                </a:solidFill>
                <a:effectLst/>
                <a:latin typeface="Ubuntu" panose="020B0504030602030204" pitchFamily="34" charset="0"/>
              </a:rPr>
              <a:t>, </a:t>
            </a:r>
            <a:r>
              <a:rPr lang="es-ES" sz="1800" b="0" i="0" u="sng" strike="noStrike" dirty="0" err="1">
                <a:solidFill>
                  <a:srgbClr val="000000"/>
                </a:solidFill>
                <a:effectLst/>
                <a:latin typeface="Ubuntu" panose="020B0504030602030204" pitchFamily="34" charset="0"/>
              </a:rPr>
              <a:t>numero_cuenta</a:t>
            </a:r>
            <a:r>
              <a:rPr lang="es-ES" sz="1800" b="0" i="0" u="none" strike="noStrike" dirty="0">
                <a:solidFill>
                  <a:srgbClr val="000000"/>
                </a:solidFill>
                <a:effectLst/>
                <a:latin typeface="Ubuntu" panose="020B0504030602030204" pitchFamily="34" charset="0"/>
              </a:rPr>
              <a:t>)</a:t>
            </a:r>
            <a:endParaRPr lang="es-ES" sz="1800" b="1" i="0" u="none" strike="noStrike" dirty="0">
              <a:solidFill>
                <a:srgbClr val="000000"/>
              </a:solidFill>
              <a:effectLst/>
              <a:latin typeface="Ubuntu" panose="020B0504030602030204" pitchFamily="34" charset="0"/>
            </a:endParaRPr>
          </a:p>
          <a:p>
            <a:pPr rtl="0" fontAlgn="base">
              <a:spcBef>
                <a:spcPts val="0"/>
              </a:spcBef>
              <a:spcAft>
                <a:spcPts val="0"/>
              </a:spcAft>
              <a:buFont typeface="Arial" panose="020B0604020202020204" pitchFamily="34" charset="0"/>
              <a:buChar char="•"/>
            </a:pPr>
            <a:r>
              <a:rPr lang="es-ES" sz="1800" b="1" i="0" u="none" strike="noStrike" dirty="0">
                <a:solidFill>
                  <a:srgbClr val="000000"/>
                </a:solidFill>
                <a:effectLst/>
                <a:latin typeface="Ubuntu" panose="020B0504030602030204" pitchFamily="34" charset="0"/>
              </a:rPr>
              <a:t> CUENTA-OPERACION</a:t>
            </a:r>
            <a:r>
              <a:rPr lang="es-ES" sz="1800" b="0" i="0" u="none" strike="noStrike" dirty="0">
                <a:solidFill>
                  <a:srgbClr val="000000"/>
                </a:solidFill>
                <a:effectLst/>
                <a:latin typeface="Ubuntu" panose="020B0504030602030204" pitchFamily="34" charset="0"/>
              </a:rPr>
              <a:t> (</a:t>
            </a:r>
            <a:r>
              <a:rPr lang="es-ES" sz="1800" b="0" i="0" u="sng" strike="noStrike" dirty="0" err="1">
                <a:solidFill>
                  <a:srgbClr val="000000"/>
                </a:solidFill>
                <a:effectLst/>
                <a:latin typeface="Ubuntu" panose="020B0504030602030204" pitchFamily="34" charset="0"/>
              </a:rPr>
              <a:t>numero_cuenta</a:t>
            </a:r>
            <a:r>
              <a:rPr lang="es-ES" sz="1800" b="0" i="0" u="none" strike="noStrike" dirty="0">
                <a:solidFill>
                  <a:srgbClr val="000000"/>
                </a:solidFill>
                <a:effectLst/>
                <a:latin typeface="Ubuntu" panose="020B0504030602030204" pitchFamily="34" charset="0"/>
              </a:rPr>
              <a:t>, </a:t>
            </a:r>
            <a:r>
              <a:rPr lang="es-ES" sz="1800" b="0" i="0" u="sng" strike="noStrike" dirty="0" err="1">
                <a:solidFill>
                  <a:srgbClr val="000000"/>
                </a:solidFill>
                <a:effectLst/>
                <a:latin typeface="Ubuntu" panose="020B0504030602030204" pitchFamily="34" charset="0"/>
              </a:rPr>
              <a:t>num_operacion</a:t>
            </a:r>
            <a:r>
              <a:rPr lang="es-ES" sz="1800" b="0" i="0" u="none" strike="noStrike" dirty="0">
                <a:solidFill>
                  <a:srgbClr val="000000"/>
                </a:solidFill>
                <a:effectLst/>
                <a:latin typeface="Ubuntu" panose="020B0504030602030204" pitchFamily="34" charset="0"/>
              </a:rPr>
              <a:t>)</a:t>
            </a:r>
            <a:endParaRPr lang="es-ES" sz="1800" b="1" i="0" u="none" strike="noStrike" dirty="0">
              <a:solidFill>
                <a:srgbClr val="000000"/>
              </a:solidFill>
              <a:effectLst/>
              <a:latin typeface="Ubuntu" panose="020B0504030602030204" pitchFamily="34" charset="0"/>
            </a:endParaRPr>
          </a:p>
          <a:p>
            <a:pPr rtl="0" fontAlgn="base">
              <a:spcBef>
                <a:spcPts val="0"/>
              </a:spcBef>
              <a:spcAft>
                <a:spcPts val="75"/>
              </a:spcAft>
              <a:buFont typeface="Arial" panose="020B0604020202020204" pitchFamily="34" charset="0"/>
              <a:buChar char="•"/>
            </a:pPr>
            <a:r>
              <a:rPr lang="es-ES" sz="1800" b="1" i="0" u="none" strike="noStrike" dirty="0">
                <a:solidFill>
                  <a:srgbClr val="000000"/>
                </a:solidFill>
                <a:effectLst/>
                <a:latin typeface="Ubuntu" panose="020B0504030602030204" pitchFamily="34" charset="0"/>
              </a:rPr>
              <a:t> CUENTA-SUCURSAL </a:t>
            </a:r>
            <a:r>
              <a:rPr lang="es-ES" sz="1800" b="0" i="0" u="none" strike="noStrike" dirty="0">
                <a:solidFill>
                  <a:srgbClr val="000000"/>
                </a:solidFill>
                <a:effectLst/>
                <a:latin typeface="Ubuntu" panose="020B0504030602030204" pitchFamily="34" charset="0"/>
              </a:rPr>
              <a:t>(</a:t>
            </a:r>
            <a:r>
              <a:rPr lang="es-ES" sz="1800" b="0" i="0" u="sng" strike="noStrike" dirty="0" err="1">
                <a:solidFill>
                  <a:srgbClr val="000000"/>
                </a:solidFill>
                <a:effectLst/>
                <a:latin typeface="Ubuntu" panose="020B0504030602030204" pitchFamily="34" charset="0"/>
              </a:rPr>
              <a:t>numero_cuenta</a:t>
            </a:r>
            <a:r>
              <a:rPr lang="es-ES" sz="1800" b="0" i="0" u="none" strike="noStrike" dirty="0">
                <a:solidFill>
                  <a:srgbClr val="000000"/>
                </a:solidFill>
                <a:effectLst/>
                <a:latin typeface="Ubuntu" panose="020B0504030602030204" pitchFamily="34" charset="0"/>
              </a:rPr>
              <a:t>, </a:t>
            </a:r>
            <a:r>
              <a:rPr lang="es-ES" sz="1800" b="0" i="0" u="none" strike="noStrike" dirty="0" err="1">
                <a:solidFill>
                  <a:srgbClr val="000000"/>
                </a:solidFill>
                <a:effectLst/>
                <a:latin typeface="Ubuntu" panose="020B0504030602030204" pitchFamily="34" charset="0"/>
              </a:rPr>
              <a:t>numero_sucursal</a:t>
            </a:r>
            <a:r>
              <a:rPr lang="es-ES" sz="1800" b="0" i="0" u="none" strike="noStrike" dirty="0">
                <a:solidFill>
                  <a:srgbClr val="000000"/>
                </a:solidFill>
                <a:effectLst/>
                <a:latin typeface="Ubuntu" panose="020B0504030602030204" pitchFamily="34" charset="0"/>
              </a:rPr>
              <a:t>)</a:t>
            </a:r>
            <a:endParaRPr lang="es-ES" sz="1800" b="1" i="0" u="none" strike="noStrike" dirty="0">
              <a:solidFill>
                <a:srgbClr val="000000"/>
              </a:solidFill>
              <a:effectLst/>
              <a:latin typeface="Ubuntu" panose="020B0504030602030204" pitchFamily="34" charset="0"/>
            </a:endParaRPr>
          </a:p>
        </p:txBody>
      </p:sp>
      <p:cxnSp>
        <p:nvCxnSpPr>
          <p:cNvPr id="9" name="Conector recto de flecha 8">
            <a:extLst>
              <a:ext uri="{FF2B5EF4-FFF2-40B4-BE49-F238E27FC236}">
                <a16:creationId xmlns:a16="http://schemas.microsoft.com/office/drawing/2014/main" id="{DEB241AC-B2F5-0146-66C9-AA3F4E9D2DCD}"/>
              </a:ext>
            </a:extLst>
          </p:cNvPr>
          <p:cNvCxnSpPr>
            <a:cxnSpLocks/>
          </p:cNvCxnSpPr>
          <p:nvPr/>
        </p:nvCxnSpPr>
        <p:spPr>
          <a:xfrm flipH="1" flipV="1">
            <a:off x="2876365" y="1766656"/>
            <a:ext cx="5317724" cy="364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0D3D413E-38FF-AD92-1D78-FE7EF1DDDF87}"/>
              </a:ext>
            </a:extLst>
          </p:cNvPr>
          <p:cNvCxnSpPr/>
          <p:nvPr/>
        </p:nvCxnSpPr>
        <p:spPr>
          <a:xfrm flipH="1">
            <a:off x="3364637" y="2716790"/>
            <a:ext cx="4873841" cy="5235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EEEC52E3-082B-1A79-6615-4B81F45F2672}"/>
              </a:ext>
            </a:extLst>
          </p:cNvPr>
          <p:cNvSpPr txBox="1"/>
          <p:nvPr/>
        </p:nvSpPr>
        <p:spPr>
          <a:xfrm>
            <a:off x="8238478" y="1992997"/>
            <a:ext cx="2503503" cy="861774"/>
          </a:xfrm>
          <a:prstGeom prst="rect">
            <a:avLst/>
          </a:prstGeom>
          <a:noFill/>
        </p:spPr>
        <p:txBody>
          <a:bodyPr wrap="square" rtlCol="0">
            <a:spAutoFit/>
          </a:bodyPr>
          <a:lstStyle/>
          <a:p>
            <a:r>
              <a:rPr lang="es-ES" sz="1000" dirty="0">
                <a:latin typeface="Ubuntu" panose="020B0504030602030204" pitchFamily="34" charset="0"/>
              </a:rPr>
              <a:t>Estos nombres son meramente informativos que no conllevan distinción alguna en la práctica, solo para distinguir las que existen de antes y las que se generan en el proceso.</a:t>
            </a:r>
          </a:p>
        </p:txBody>
      </p:sp>
      <p:sp>
        <p:nvSpPr>
          <p:cNvPr id="16" name="CuadroTexto 15">
            <a:extLst>
              <a:ext uri="{FF2B5EF4-FFF2-40B4-BE49-F238E27FC236}">
                <a16:creationId xmlns:a16="http://schemas.microsoft.com/office/drawing/2014/main" id="{9F5A0871-4082-2518-DB1E-276A71F972F5}"/>
              </a:ext>
            </a:extLst>
          </p:cNvPr>
          <p:cNvSpPr txBox="1"/>
          <p:nvPr/>
        </p:nvSpPr>
        <p:spPr>
          <a:xfrm>
            <a:off x="1979720" y="4509856"/>
            <a:ext cx="7580739" cy="923330"/>
          </a:xfrm>
          <a:prstGeom prst="rect">
            <a:avLst/>
          </a:prstGeom>
          <a:noFill/>
        </p:spPr>
        <p:txBody>
          <a:bodyPr wrap="square" rtlCol="0">
            <a:spAutoFit/>
          </a:bodyPr>
          <a:lstStyle/>
          <a:p>
            <a:r>
              <a:rPr lang="es-ES" sz="1800" dirty="0">
                <a:latin typeface="Ubuntu" panose="020B0504030602030204" pitchFamily="34" charset="0"/>
              </a:rPr>
              <a:t>Como se observa, este conjunto de tablas está mucho más cerca de estar correctamente normalizado debido precisamente al esfuerzo de diseñarlo bien desde el principio.</a:t>
            </a:r>
          </a:p>
        </p:txBody>
      </p:sp>
    </p:spTree>
    <p:extLst>
      <p:ext uri="{BB962C8B-B14F-4D97-AF65-F5344CB8AC3E}">
        <p14:creationId xmlns:p14="http://schemas.microsoft.com/office/powerpoint/2010/main" val="38754361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CEF9F-9B36-D567-FD7F-DF26701343AD}"/>
              </a:ext>
            </a:extLst>
          </p:cNvPr>
          <p:cNvSpPr>
            <a:spLocks noGrp="1"/>
          </p:cNvSpPr>
          <p:nvPr>
            <p:ph type="title"/>
          </p:nvPr>
        </p:nvSpPr>
        <p:spPr/>
        <p:txBody>
          <a:bodyPr/>
          <a:lstStyle/>
          <a:p>
            <a:r>
              <a:rPr lang="es-ES" dirty="0"/>
              <a:t>Ejercicios prácticos</a:t>
            </a:r>
          </a:p>
        </p:txBody>
      </p:sp>
      <p:sp>
        <p:nvSpPr>
          <p:cNvPr id="3" name="CuadroTexto 2">
            <a:extLst>
              <a:ext uri="{FF2B5EF4-FFF2-40B4-BE49-F238E27FC236}">
                <a16:creationId xmlns:a16="http://schemas.microsoft.com/office/drawing/2014/main" id="{3CE98316-A2DF-E7D5-7D76-492CFD6F6CEC}"/>
              </a:ext>
            </a:extLst>
          </p:cNvPr>
          <p:cNvSpPr txBox="1"/>
          <p:nvPr/>
        </p:nvSpPr>
        <p:spPr>
          <a:xfrm>
            <a:off x="1118585" y="1713390"/>
            <a:ext cx="9561251" cy="707886"/>
          </a:xfrm>
          <a:prstGeom prst="rect">
            <a:avLst/>
          </a:prstGeom>
          <a:noFill/>
        </p:spPr>
        <p:txBody>
          <a:bodyPr wrap="square" rtlCol="0">
            <a:spAutoFit/>
          </a:bodyPr>
          <a:lstStyle/>
          <a:p>
            <a:r>
              <a:rPr lang="es-ES" sz="4000" b="1" dirty="0">
                <a:latin typeface="Ubuntu" panose="020B0504030602030204" pitchFamily="34" charset="0"/>
                <a:hlinkClick r:id="rId2"/>
              </a:rPr>
              <a:t>Listado de ejercicios de este módulo.</a:t>
            </a:r>
            <a:endParaRPr lang="es-ES" sz="4000" b="1" dirty="0">
              <a:latin typeface="Ubuntu" panose="020B0504030602030204" pitchFamily="34" charset="0"/>
            </a:endParaRPr>
          </a:p>
        </p:txBody>
      </p:sp>
    </p:spTree>
    <p:extLst>
      <p:ext uri="{BB962C8B-B14F-4D97-AF65-F5344CB8AC3E}">
        <p14:creationId xmlns:p14="http://schemas.microsoft.com/office/powerpoint/2010/main" val="20668209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vkk87kfch3fn1d3q6kgz5nzfhw99qo"/>
</p:tagLst>
</file>

<file path=ppt/theme/theme1.xml><?xml version="1.0" encoding="utf-8"?>
<a:theme xmlns:a="http://schemas.openxmlformats.org/drawingml/2006/main" name="Tema1">
  <a:themeElements>
    <a:clrScheme name="Simple Light">
      <a:dk1>
        <a:srgbClr val="CE1F1F"/>
      </a:dk1>
      <a:lt1>
        <a:srgbClr val="FFFFFF"/>
      </a:lt1>
      <a:dk2>
        <a:srgbClr val="3B3B3B"/>
      </a:dk2>
      <a:lt2>
        <a:srgbClr val="EEEEEE"/>
      </a:lt2>
      <a:accent1>
        <a:srgbClr val="110841"/>
      </a:accent1>
      <a:accent2>
        <a:srgbClr val="E28033"/>
      </a:accent2>
      <a:accent3>
        <a:srgbClr val="C9434B"/>
      </a:accent3>
      <a:accent4>
        <a:srgbClr val="439CD9"/>
      </a:accent4>
      <a:accent5>
        <a:srgbClr val="41396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2092</TotalTime>
  <Words>3297</Words>
  <Application>Microsoft Office PowerPoint</Application>
  <PresentationFormat>Panorámica</PresentationFormat>
  <Paragraphs>280</Paragraphs>
  <Slides>33</Slides>
  <Notes>13</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33</vt:i4>
      </vt:variant>
    </vt:vector>
  </HeadingPairs>
  <TitlesOfParts>
    <vt:vector size="40" baseType="lpstr">
      <vt:lpstr>Arial</vt:lpstr>
      <vt:lpstr>Calibri</vt:lpstr>
      <vt:lpstr>Ubuntu Light</vt:lpstr>
      <vt:lpstr>Ubuntu</vt:lpstr>
      <vt:lpstr>Ubuntu Medium</vt:lpstr>
      <vt:lpstr>Raleway</vt:lpstr>
      <vt:lpstr>Tema1</vt:lpstr>
      <vt:lpstr>02</vt:lpstr>
      <vt:lpstr>Introducción</vt:lpstr>
      <vt:lpstr>Conceptos básicos</vt:lpstr>
      <vt:lpstr>Claves primarias y foráneas</vt:lpstr>
      <vt:lpstr>Claves primarias y foráneas: ejemplo</vt:lpstr>
      <vt:lpstr>Las tres integridades</vt:lpstr>
      <vt:lpstr>Propiedades ACID</vt:lpstr>
      <vt:lpstr>Propiedades ACID: Ejemplo</vt:lpstr>
      <vt:lpstr>Propiedades ACID: Ejemplo</vt:lpstr>
      <vt:lpstr>Propiedades ACID: Ejemplo</vt:lpstr>
      <vt:lpstr>Propiedades ACID: Ejemplo</vt:lpstr>
      <vt:lpstr>Normalización de bases de datos</vt:lpstr>
      <vt:lpstr>Dependencia funcional</vt:lpstr>
      <vt:lpstr>Superclaves, claves candidatas, claves primarias y alternativas</vt:lpstr>
      <vt:lpstr>Dependencias y claves: Ejemplo</vt:lpstr>
      <vt:lpstr>Dependencias y claves: Ejemplo</vt:lpstr>
      <vt:lpstr>Formas Normales</vt:lpstr>
      <vt:lpstr>Primera Forma Normal (1FN)</vt:lpstr>
      <vt:lpstr>1FN: Ejemplo</vt:lpstr>
      <vt:lpstr>1FN: Ejemplo</vt:lpstr>
      <vt:lpstr>Segunda Forma Normal (2FN)</vt:lpstr>
      <vt:lpstr>2FN: Ejemplo</vt:lpstr>
      <vt:lpstr>2FN: Ejemplo</vt:lpstr>
      <vt:lpstr>Tercera Forma Normal (3FN)</vt:lpstr>
      <vt:lpstr>3FN: Ejemplo</vt:lpstr>
      <vt:lpstr>Diseño de una Base de Datos</vt:lpstr>
      <vt:lpstr>Diagrama Entidad-Relación</vt:lpstr>
      <vt:lpstr>Diagrama Entidad-Relación</vt:lpstr>
      <vt:lpstr>Diseño a partir del diagrama</vt:lpstr>
      <vt:lpstr>Ejemplo de diseño</vt:lpstr>
      <vt:lpstr>Ejemplo de diseño</vt:lpstr>
      <vt:lpstr>Ejemplo de diseño</vt:lpstr>
      <vt:lpstr>Ejercicios prácticos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Fundamentos de Bases de Datos</dc:title>
  <dc:creator>Ivan Dominguez Rodriguez</dc:creator>
  <cp:lastModifiedBy>Guillermo Vidal Aldarías</cp:lastModifiedBy>
  <cp:revision>13</cp:revision>
  <dcterms:modified xsi:type="dcterms:W3CDTF">2024-05-07T09:20:52Z</dcterms:modified>
</cp:coreProperties>
</file>