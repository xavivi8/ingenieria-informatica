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
  </p:notesMasterIdLst>
  <p:sldIdLst>
    <p:sldId id="259" r:id="rId2"/>
    <p:sldId id="268" r:id="rId3"/>
    <p:sldId id="269" r:id="rId4"/>
    <p:sldId id="270" r:id="rId5"/>
    <p:sldId id="271" r:id="rId6"/>
    <p:sldId id="272" r:id="rId7"/>
    <p:sldId id="273" r:id="rId8"/>
    <p:sldId id="274" r:id="rId9"/>
    <p:sldId id="275" r:id="rId10"/>
    <p:sldId id="276" r:id="rId11"/>
    <p:sldId id="277" r:id="rId12"/>
    <p:sldId id="282" r:id="rId13"/>
    <p:sldId id="281" r:id="rId14"/>
  </p:sldIdLst>
  <p:sldSz cx="12192000" cy="6858000"/>
  <p:notesSz cx="6858000" cy="9144000"/>
  <p:embeddedFontLst>
    <p:embeddedFont>
      <p:font typeface="Raleway" pitchFamily="2" charset="0"/>
      <p:regular r:id="rId16"/>
      <p:bold r:id="rId17"/>
      <p:italic r:id="rId18"/>
      <p:boldItalic r:id="rId19"/>
    </p:embeddedFont>
    <p:embeddedFont>
      <p:font typeface="Ubuntu" panose="020B0504030602030204" pitchFamily="34" charset="0"/>
      <p:regular r:id="rId20"/>
      <p:bold r:id="rId21"/>
      <p:italic r:id="rId22"/>
      <p:boldItalic r:id="rId23"/>
    </p:embeddedFont>
    <p:embeddedFont>
      <p:font typeface="Ubuntu Light" panose="020B0304030602030204" pitchFamily="34" charset="0"/>
      <p:regular r:id="rId24"/>
      <p:bold r:id="rId25"/>
      <p:italic r:id="rId26"/>
      <p:boldItalic r:id="rId27"/>
    </p:embeddedFont>
    <p:embeddedFont>
      <p:font typeface="Ubuntu Medium" panose="020B0604030602030204" pitchFamily="34" charset="0"/>
      <p:regular r:id="rId28"/>
      <p:bold r:id="rId29"/>
      <p:italic r:id="rId30"/>
      <p:boldItalic r:id="rId31"/>
    </p:embeddedFont>
  </p:embeddedFontLst>
  <p:custDataLst>
    <p:tags r:id="rId3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77">
          <p15:clr>
            <a:srgbClr val="A4A3A4"/>
          </p15:clr>
        </p15:guide>
        <p15:guide id="2" pos="302">
          <p15:clr>
            <a:srgbClr val="A4A3A4"/>
          </p15:clr>
        </p15:guide>
        <p15:guide id="3" pos="7038">
          <p15:clr>
            <a:srgbClr val="A4A3A4"/>
          </p15:clr>
        </p15:guide>
        <p15:guide id="4" orient="horz" pos="3974">
          <p15:clr>
            <a:srgbClr val="A4A3A4"/>
          </p15:clr>
        </p15:guide>
        <p15:guide id="5" pos="5019">
          <p15:clr>
            <a:srgbClr val="A4A3A4"/>
          </p15:clr>
        </p15:guide>
        <p15:guide id="6" pos="5133">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5" roundtripDataSignature="AMtx7mhzT7yPDu/y2WnjLjM2Iqgr8yUfz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82" autoAdjust="0"/>
  </p:normalViewPr>
  <p:slideViewPr>
    <p:cSldViewPr snapToGrid="0">
      <p:cViewPr varScale="1">
        <p:scale>
          <a:sx n="79" d="100"/>
          <a:sy n="79" d="100"/>
        </p:scale>
        <p:origin x="821" y="77"/>
      </p:cViewPr>
      <p:guideLst>
        <p:guide orient="horz" pos="777"/>
        <p:guide pos="302"/>
        <p:guide pos="7038"/>
        <p:guide orient="horz" pos="3974"/>
        <p:guide pos="5019"/>
        <p:guide pos="51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17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7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gs" Target="tags/tag1.xml"/><Relationship Id="rId17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177"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 Id="rId176"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2</a:t>
            </a:fld>
            <a:endParaRPr/>
          </a:p>
        </p:txBody>
      </p:sp>
    </p:spTree>
    <p:extLst>
      <p:ext uri="{BB962C8B-B14F-4D97-AF65-F5344CB8AC3E}">
        <p14:creationId xmlns:p14="http://schemas.microsoft.com/office/powerpoint/2010/main" val="1045186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3</a:t>
            </a:fld>
            <a:endParaRPr/>
          </a:p>
        </p:txBody>
      </p:sp>
    </p:spTree>
    <p:extLst>
      <p:ext uri="{BB962C8B-B14F-4D97-AF65-F5344CB8AC3E}">
        <p14:creationId xmlns:p14="http://schemas.microsoft.com/office/powerpoint/2010/main" val="2984964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4</a:t>
            </a:fld>
            <a:endParaRPr/>
          </a:p>
        </p:txBody>
      </p:sp>
    </p:spTree>
    <p:extLst>
      <p:ext uri="{BB962C8B-B14F-4D97-AF65-F5344CB8AC3E}">
        <p14:creationId xmlns:p14="http://schemas.microsoft.com/office/powerpoint/2010/main" val="2697775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5</a:t>
            </a:fld>
            <a:endParaRPr/>
          </a:p>
        </p:txBody>
      </p:sp>
    </p:spTree>
    <p:extLst>
      <p:ext uri="{BB962C8B-B14F-4D97-AF65-F5344CB8AC3E}">
        <p14:creationId xmlns:p14="http://schemas.microsoft.com/office/powerpoint/2010/main" val="4228052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6</a:t>
            </a:fld>
            <a:endParaRPr/>
          </a:p>
        </p:txBody>
      </p:sp>
    </p:spTree>
    <p:extLst>
      <p:ext uri="{BB962C8B-B14F-4D97-AF65-F5344CB8AC3E}">
        <p14:creationId xmlns:p14="http://schemas.microsoft.com/office/powerpoint/2010/main" val="4008799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7</a:t>
            </a:fld>
            <a:endParaRPr/>
          </a:p>
        </p:txBody>
      </p:sp>
    </p:spTree>
    <p:extLst>
      <p:ext uri="{BB962C8B-B14F-4D97-AF65-F5344CB8AC3E}">
        <p14:creationId xmlns:p14="http://schemas.microsoft.com/office/powerpoint/2010/main" val="1618514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8</a:t>
            </a:fld>
            <a:endParaRPr/>
          </a:p>
        </p:txBody>
      </p:sp>
    </p:spTree>
    <p:extLst>
      <p:ext uri="{BB962C8B-B14F-4D97-AF65-F5344CB8AC3E}">
        <p14:creationId xmlns:p14="http://schemas.microsoft.com/office/powerpoint/2010/main" val="11354931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9</a:t>
            </a:fld>
            <a:endParaRPr/>
          </a:p>
        </p:txBody>
      </p:sp>
    </p:spTree>
    <p:extLst>
      <p:ext uri="{BB962C8B-B14F-4D97-AF65-F5344CB8AC3E}">
        <p14:creationId xmlns:p14="http://schemas.microsoft.com/office/powerpoint/2010/main" val="665533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10</a:t>
            </a:fld>
            <a:endParaRPr/>
          </a:p>
        </p:txBody>
      </p:sp>
    </p:spTree>
    <p:extLst>
      <p:ext uri="{BB962C8B-B14F-4D97-AF65-F5344CB8AC3E}">
        <p14:creationId xmlns:p14="http://schemas.microsoft.com/office/powerpoint/2010/main" val="2834442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11</a:t>
            </a:fld>
            <a:endParaRPr/>
          </a:p>
        </p:txBody>
      </p:sp>
    </p:spTree>
    <p:extLst>
      <p:ext uri="{BB962C8B-B14F-4D97-AF65-F5344CB8AC3E}">
        <p14:creationId xmlns:p14="http://schemas.microsoft.com/office/powerpoint/2010/main" val="1699774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c81585f6b5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c81585f6b5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2c81585f6b5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13</a:t>
            </a:fld>
            <a:endParaRPr/>
          </a:p>
        </p:txBody>
      </p:sp>
    </p:spTree>
    <p:extLst>
      <p:ext uri="{BB962C8B-B14F-4D97-AF65-F5344CB8AC3E}">
        <p14:creationId xmlns:p14="http://schemas.microsoft.com/office/powerpoint/2010/main" val="1851233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parata 01 | Título + Subtítulo 1 3 1 1">
  <p:cSld name="Separata 01 | Título + Subtítulo 1 3 1 1">
    <p:bg>
      <p:bgPr>
        <a:solidFill>
          <a:schemeClr val="accent1"/>
        </a:solidFill>
        <a:effectLst/>
      </p:bgPr>
    </p:bg>
    <p:spTree>
      <p:nvGrpSpPr>
        <p:cNvPr id="1" name="Shape 15"/>
        <p:cNvGrpSpPr/>
        <p:nvPr/>
      </p:nvGrpSpPr>
      <p:grpSpPr>
        <a:xfrm>
          <a:off x="0" y="0"/>
          <a:ext cx="0" cy="0"/>
          <a:chOff x="0" y="0"/>
          <a:chExt cx="0" cy="0"/>
        </a:xfrm>
      </p:grpSpPr>
      <p:pic>
        <p:nvPicPr>
          <p:cNvPr id="16" name="Google Shape;16;p23"/>
          <p:cNvPicPr preferRelativeResize="0"/>
          <p:nvPr/>
        </p:nvPicPr>
        <p:blipFill rotWithShape="1">
          <a:blip r:embed="rId2">
            <a:alphaModFix amt="17000"/>
          </a:blip>
          <a:srcRect/>
          <a:stretch/>
        </p:blipFill>
        <p:spPr>
          <a:xfrm rot="5400000">
            <a:off x="8135918" y="1628437"/>
            <a:ext cx="6089301" cy="4384929"/>
          </a:xfrm>
          <a:prstGeom prst="rect">
            <a:avLst/>
          </a:prstGeom>
          <a:noFill/>
          <a:ln>
            <a:noFill/>
          </a:ln>
        </p:spPr>
      </p:pic>
      <p:sp>
        <p:nvSpPr>
          <p:cNvPr id="17" name="Google Shape;17;p23"/>
          <p:cNvSpPr txBox="1">
            <a:spLocks noGrp="1"/>
          </p:cNvSpPr>
          <p:nvPr>
            <p:ph type="title"/>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18" name="Google Shape;18;p23"/>
          <p:cNvSpPr/>
          <p:nvPr/>
        </p:nvSpPr>
        <p:spPr>
          <a:xfrm>
            <a:off x="-950926" y="2008425"/>
            <a:ext cx="4081268" cy="4026300"/>
          </a:xfrm>
          <a:prstGeom prst="ellipse">
            <a:avLst/>
          </a:prstGeom>
          <a:solidFill>
            <a:schemeClr val="accent3"/>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23"/>
          <p:cNvSpPr txBox="1">
            <a:spLocks noGrp="1"/>
          </p:cNvSpPr>
          <p:nvPr>
            <p:ph type="title" idx="2"/>
          </p:nvPr>
        </p:nvSpPr>
        <p:spPr>
          <a:xfrm>
            <a:off x="897558" y="2008425"/>
            <a:ext cx="7868575"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pic>
        <p:nvPicPr>
          <p:cNvPr id="20" name="Google Shape;20;p23"/>
          <p:cNvPicPr preferRelativeResize="0"/>
          <p:nvPr/>
        </p:nvPicPr>
        <p:blipFill rotWithShape="1">
          <a:blip r:embed="rId3">
            <a:alphaModFix/>
          </a:blip>
          <a:srcRect/>
          <a:stretch/>
        </p:blipFill>
        <p:spPr>
          <a:xfrm>
            <a:off x="959975" y="960000"/>
            <a:ext cx="539631" cy="667428"/>
          </a:xfrm>
          <a:prstGeom prst="rect">
            <a:avLst/>
          </a:prstGeom>
          <a:noFill/>
          <a:ln>
            <a:noFill/>
          </a:ln>
        </p:spPr>
      </p:pic>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parata 01 | Título + Subtítulo 2 2 2">
  <p:cSld name="Separata 01 | Título + Subtítulo 2 2 2">
    <p:bg>
      <p:bgPr>
        <a:solidFill>
          <a:srgbClr val="FFFFFF"/>
        </a:solidFill>
        <a:effectLst/>
      </p:bgPr>
    </p:bg>
    <p:spTree>
      <p:nvGrpSpPr>
        <p:cNvPr id="1" name="Shape 21"/>
        <p:cNvGrpSpPr/>
        <p:nvPr/>
      </p:nvGrpSpPr>
      <p:grpSpPr>
        <a:xfrm>
          <a:off x="0" y="0"/>
          <a:ext cx="0" cy="0"/>
          <a:chOff x="0" y="0"/>
          <a:chExt cx="0" cy="0"/>
        </a:xfrm>
      </p:grpSpPr>
      <p:pic>
        <p:nvPicPr>
          <p:cNvPr id="22" name="Google Shape;22;p24"/>
          <p:cNvPicPr preferRelativeResize="0"/>
          <p:nvPr/>
        </p:nvPicPr>
        <p:blipFill rotWithShape="1">
          <a:blip r:embed="rId2">
            <a:alphaModFix/>
          </a:blip>
          <a:srcRect/>
          <a:stretch/>
        </p:blipFill>
        <p:spPr>
          <a:xfrm>
            <a:off x="449942" y="5926943"/>
            <a:ext cx="449942" cy="557259"/>
          </a:xfrm>
          <a:prstGeom prst="rect">
            <a:avLst/>
          </a:prstGeom>
          <a:noFill/>
          <a:ln>
            <a:noFill/>
          </a:ln>
        </p:spPr>
      </p:pic>
      <p:pic>
        <p:nvPicPr>
          <p:cNvPr id="23" name="Google Shape;23;p24"/>
          <p:cNvPicPr preferRelativeResize="0"/>
          <p:nvPr/>
        </p:nvPicPr>
        <p:blipFill rotWithShape="1">
          <a:blip r:embed="rId3">
            <a:alphaModFix/>
          </a:blip>
          <a:srcRect/>
          <a:stretch/>
        </p:blipFill>
        <p:spPr>
          <a:xfrm rot="10800000" flipH="1">
            <a:off x="-4" y="1"/>
            <a:ext cx="12191610" cy="1693361"/>
          </a:xfrm>
          <a:prstGeom prst="rect">
            <a:avLst/>
          </a:prstGeom>
          <a:noFill/>
          <a:ln>
            <a:noFill/>
          </a:ln>
        </p:spPr>
      </p:pic>
      <p:sp>
        <p:nvSpPr>
          <p:cNvPr id="24" name="Google Shape;24;p24"/>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sp>
        <p:nvSpPr>
          <p:cNvPr id="25" name="Google Shape;25;p24"/>
          <p:cNvSpPr txBox="1">
            <a:spLocks noGrp="1"/>
          </p:cNvSpPr>
          <p:nvPr>
            <p:ph type="title"/>
          </p:nvPr>
        </p:nvSpPr>
        <p:spPr>
          <a:xfrm>
            <a:off x="429192" y="331725"/>
            <a:ext cx="11322925" cy="3036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FFFFFF"/>
              </a:buClr>
              <a:buSzPts val="2000"/>
              <a:buFont typeface="Ubuntu Medium"/>
              <a:buNone/>
              <a:defRPr sz="2000"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283">
          <p15:clr>
            <a:srgbClr val="F26B43"/>
          </p15:clr>
        </p15:guide>
        <p15:guide id="2" pos="567">
          <p15:clr>
            <a:srgbClr val="F26B43"/>
          </p15:clr>
        </p15:guide>
        <p15:guide id="3" pos="7404">
          <p15:clr>
            <a:schemeClr val="accent2"/>
          </p15:clr>
        </p15:guide>
        <p15:guide id="4" orient="horz" pos="280">
          <p15:clr>
            <a:srgbClr val="F26B43"/>
          </p15:clr>
        </p15:guide>
        <p15:guide id="5" orient="horz" pos="564">
          <p15:clr>
            <a:srgbClr val="F26B43"/>
          </p15:clr>
        </p15:guide>
        <p15:guide id="6" pos="7117">
          <p15:clr>
            <a:schemeClr val="accent2"/>
          </p15:clr>
        </p15:guide>
        <p15:guide id="7" orient="horz" pos="4037">
          <p15:clr>
            <a:schemeClr val="accent2"/>
          </p15:clr>
        </p15:guide>
        <p15:guide id="8" orient="horz" pos="3634">
          <p15:clr>
            <a:schemeClr val="accent2"/>
          </p15:clr>
        </p15:guide>
        <p15:guide id="9">
          <p15:clr>
            <a:srgbClr val="FA7B17"/>
          </p15:clr>
        </p15:guide>
        <p15:guide id="10" orient="horz">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parata 01 | Título + Subtítulo 2 2 2 1">
  <p:cSld name="Separata 01 | Título + Subtítulo 2 2 2 1">
    <p:bg>
      <p:bgPr>
        <a:solidFill>
          <a:srgbClr val="FFFFFF"/>
        </a:solidFill>
        <a:effectLst/>
      </p:bgPr>
    </p:bg>
    <p:spTree>
      <p:nvGrpSpPr>
        <p:cNvPr id="1" name="Shape 26"/>
        <p:cNvGrpSpPr/>
        <p:nvPr/>
      </p:nvGrpSpPr>
      <p:grpSpPr>
        <a:xfrm>
          <a:off x="0" y="0"/>
          <a:ext cx="0" cy="0"/>
          <a:chOff x="0" y="0"/>
          <a:chExt cx="0" cy="0"/>
        </a:xfrm>
      </p:grpSpPr>
      <p:pic>
        <p:nvPicPr>
          <p:cNvPr id="27" name="Google Shape;27;p28"/>
          <p:cNvPicPr preferRelativeResize="0"/>
          <p:nvPr/>
        </p:nvPicPr>
        <p:blipFill rotWithShape="1">
          <a:blip r:embed="rId2">
            <a:alphaModFix/>
          </a:blip>
          <a:srcRect/>
          <a:stretch/>
        </p:blipFill>
        <p:spPr>
          <a:xfrm>
            <a:off x="449942" y="5926943"/>
            <a:ext cx="449942" cy="557259"/>
          </a:xfrm>
          <a:prstGeom prst="rect">
            <a:avLst/>
          </a:prstGeom>
          <a:noFill/>
          <a:ln>
            <a:noFill/>
          </a:ln>
        </p:spPr>
      </p:pic>
      <p:pic>
        <p:nvPicPr>
          <p:cNvPr id="28" name="Google Shape;28;p28"/>
          <p:cNvPicPr preferRelativeResize="0"/>
          <p:nvPr/>
        </p:nvPicPr>
        <p:blipFill rotWithShape="1">
          <a:blip r:embed="rId3">
            <a:alphaModFix/>
          </a:blip>
          <a:srcRect/>
          <a:stretch/>
        </p:blipFill>
        <p:spPr>
          <a:xfrm rot="10800000" flipH="1">
            <a:off x="-4" y="1"/>
            <a:ext cx="12191616" cy="1692979"/>
          </a:xfrm>
          <a:prstGeom prst="rect">
            <a:avLst/>
          </a:prstGeom>
          <a:noFill/>
          <a:ln>
            <a:noFill/>
          </a:ln>
        </p:spPr>
      </p:pic>
      <p:sp>
        <p:nvSpPr>
          <p:cNvPr id="29" name="Google Shape;29;p28"/>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chemeClr val="dk2"/>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sp>
        <p:nvSpPr>
          <p:cNvPr id="30" name="Google Shape;30;p28"/>
          <p:cNvSpPr txBox="1">
            <a:spLocks noGrp="1"/>
          </p:cNvSpPr>
          <p:nvPr>
            <p:ph type="title"/>
          </p:nvPr>
        </p:nvSpPr>
        <p:spPr>
          <a:xfrm>
            <a:off x="429192" y="331725"/>
            <a:ext cx="11322925" cy="3036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FFFFFF"/>
              </a:buClr>
              <a:buSzPts val="2000"/>
              <a:buFont typeface="Ubuntu Medium"/>
              <a:buNone/>
              <a:defRPr sz="2000"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parata 01 | Título + Subtítulo 1 1 1 1">
  <p:cSld name="Separata 01 | Título + Subtítulo 1 1 1 1">
    <p:bg>
      <p:bgPr>
        <a:solidFill>
          <a:srgbClr val="FFFFFF"/>
        </a:solidFill>
        <a:effectLst/>
      </p:bgPr>
    </p:bg>
    <p:spTree>
      <p:nvGrpSpPr>
        <p:cNvPr id="1" name="Shape 31"/>
        <p:cNvGrpSpPr/>
        <p:nvPr/>
      </p:nvGrpSpPr>
      <p:grpSpPr>
        <a:xfrm>
          <a:off x="0" y="0"/>
          <a:ext cx="0" cy="0"/>
          <a:chOff x="0" y="0"/>
          <a:chExt cx="0" cy="0"/>
        </a:xfrm>
      </p:grpSpPr>
      <p:sp>
        <p:nvSpPr>
          <p:cNvPr id="32" name="Google Shape;32;p25"/>
          <p:cNvSpPr/>
          <p:nvPr/>
        </p:nvSpPr>
        <p:spPr>
          <a:xfrm>
            <a:off x="-4459244" y="-17004275"/>
            <a:ext cx="21110050" cy="21112800"/>
          </a:xfrm>
          <a:prstGeom prst="ellipse">
            <a:avLst/>
          </a:prstGeom>
          <a:solidFill>
            <a:srgbClr val="110841"/>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5"/>
          <p:cNvSpPr txBox="1">
            <a:spLocks noGrp="1"/>
          </p:cNvSpPr>
          <p:nvPr>
            <p:ph type="title"/>
          </p:nvPr>
        </p:nvSpPr>
        <p:spPr>
          <a:xfrm>
            <a:off x="5635791" y="1891675"/>
            <a:ext cx="5483886" cy="3600473"/>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436">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ortada" type="title">
  <p:cSld name="TITLE">
    <p:bg>
      <p:bgPr>
        <a:solidFill>
          <a:schemeClr val="accent1"/>
        </a:solidFill>
        <a:effectLst/>
      </p:bgPr>
    </p:bg>
    <p:spTree>
      <p:nvGrpSpPr>
        <p:cNvPr id="1" name="Shape 34"/>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ortada 1 1">
  <p:cSld name="Portada 1 1">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27"/>
          <p:cNvSpPr txBox="1">
            <a:spLocks noGrp="1"/>
          </p:cNvSpPr>
          <p:nvPr>
            <p:ph type="title"/>
          </p:nvPr>
        </p:nvSpPr>
        <p:spPr>
          <a:xfrm>
            <a:off x="897558" y="2787625"/>
            <a:ext cx="7038583" cy="2654400"/>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7" name="Google Shape;37;p27"/>
          <p:cNvSpPr txBox="1">
            <a:spLocks noGrp="1"/>
          </p:cNvSpPr>
          <p:nvPr>
            <p:ph type="subTitle" idx="1"/>
          </p:nvPr>
        </p:nvSpPr>
        <p:spPr>
          <a:xfrm>
            <a:off x="952951" y="5626475"/>
            <a:ext cx="6983090"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
        <p:nvSpPr>
          <p:cNvPr id="38" name="Google Shape;38;p27"/>
          <p:cNvSpPr txBox="1">
            <a:spLocks noGrp="1"/>
          </p:cNvSpPr>
          <p:nvPr>
            <p:ph type="title" idx="2"/>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parata 01 | Título + Subtítulo 2 2 2 2">
  <p:cSld name="Separata 01 | Título + Subtítulo 2 2 2 2">
    <p:bg>
      <p:bgPr>
        <a:solidFill>
          <a:srgbClr val="FFFFFF"/>
        </a:solidFill>
        <a:effectLst/>
      </p:bgPr>
    </p:bg>
    <p:spTree>
      <p:nvGrpSpPr>
        <p:cNvPr id="1" name="Shape 39"/>
        <p:cNvGrpSpPr/>
        <p:nvPr/>
      </p:nvGrpSpPr>
      <p:grpSpPr>
        <a:xfrm>
          <a:off x="0" y="0"/>
          <a:ext cx="0" cy="0"/>
          <a:chOff x="0" y="0"/>
          <a:chExt cx="0" cy="0"/>
        </a:xfrm>
      </p:grpSpPr>
      <p:pic>
        <p:nvPicPr>
          <p:cNvPr id="40" name="Google Shape;40;p29"/>
          <p:cNvPicPr preferRelativeResize="0"/>
          <p:nvPr/>
        </p:nvPicPr>
        <p:blipFill rotWithShape="1">
          <a:blip r:embed="rId2">
            <a:alphaModFix/>
          </a:blip>
          <a:srcRect/>
          <a:stretch/>
        </p:blipFill>
        <p:spPr>
          <a:xfrm>
            <a:off x="0" y="5398094"/>
            <a:ext cx="12191610" cy="1462569"/>
          </a:xfrm>
          <a:prstGeom prst="rect">
            <a:avLst/>
          </a:prstGeom>
          <a:noFill/>
          <a:ln>
            <a:noFill/>
          </a:ln>
        </p:spPr>
      </p:pic>
      <p:sp>
        <p:nvSpPr>
          <p:cNvPr id="41" name="Google Shape;41;p29"/>
          <p:cNvSpPr txBox="1">
            <a:spLocks noGrp="1"/>
          </p:cNvSpPr>
          <p:nvPr>
            <p:ph type="sldNum" idx="1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42" name="Google Shape;42;p29"/>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parata 01 | Título + Subtítulo 2 2 2 1 2">
  <p:cSld name="Separata 01 | Título + Subtítulo 2 2 2 1 2">
    <p:bg>
      <p:bgPr>
        <a:solidFill>
          <a:srgbClr val="FFFFFF"/>
        </a:solidFill>
        <a:effectLst/>
      </p:bgPr>
    </p:bg>
    <p:spTree>
      <p:nvGrpSpPr>
        <p:cNvPr id="1" name="Shape 43"/>
        <p:cNvGrpSpPr/>
        <p:nvPr/>
      </p:nvGrpSpPr>
      <p:grpSpPr>
        <a:xfrm>
          <a:off x="0" y="0"/>
          <a:ext cx="0" cy="0"/>
          <a:chOff x="0" y="0"/>
          <a:chExt cx="0" cy="0"/>
        </a:xfrm>
      </p:grpSpPr>
      <p:pic>
        <p:nvPicPr>
          <p:cNvPr id="44" name="Google Shape;44;p30"/>
          <p:cNvPicPr preferRelativeResize="0"/>
          <p:nvPr/>
        </p:nvPicPr>
        <p:blipFill rotWithShape="1">
          <a:blip r:embed="rId2">
            <a:alphaModFix/>
          </a:blip>
          <a:srcRect/>
          <a:stretch/>
        </p:blipFill>
        <p:spPr>
          <a:xfrm>
            <a:off x="0" y="5398094"/>
            <a:ext cx="12191610" cy="1462569"/>
          </a:xfrm>
          <a:prstGeom prst="rect">
            <a:avLst/>
          </a:prstGeom>
          <a:noFill/>
          <a:ln>
            <a:noFill/>
          </a:ln>
        </p:spPr>
      </p:pic>
      <p:sp>
        <p:nvSpPr>
          <p:cNvPr id="45" name="Google Shape;45;p30"/>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46" name="Google Shape;46;p30"/>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47" name="Google Shape;47;p30"/>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parata 01 | Título + Subtítulo 2 2 2 1 1">
  <p:cSld name="Separata 01 | Título + Subtítulo 2 2 2 1 1">
    <p:bg>
      <p:bgPr>
        <a:solidFill>
          <a:srgbClr val="FFFFFF"/>
        </a:solidFill>
        <a:effectLst/>
      </p:bgPr>
    </p:bg>
    <p:spTree>
      <p:nvGrpSpPr>
        <p:cNvPr id="1" name="Shape 48"/>
        <p:cNvGrpSpPr/>
        <p:nvPr/>
      </p:nvGrpSpPr>
      <p:grpSpPr>
        <a:xfrm>
          <a:off x="0" y="0"/>
          <a:ext cx="0" cy="0"/>
          <a:chOff x="0" y="0"/>
          <a:chExt cx="0" cy="0"/>
        </a:xfrm>
      </p:grpSpPr>
      <p:pic>
        <p:nvPicPr>
          <p:cNvPr id="49" name="Google Shape;49;p31"/>
          <p:cNvPicPr preferRelativeResize="0"/>
          <p:nvPr/>
        </p:nvPicPr>
        <p:blipFill rotWithShape="1">
          <a:blip r:embed="rId2">
            <a:alphaModFix/>
          </a:blip>
          <a:srcRect/>
          <a:stretch/>
        </p:blipFill>
        <p:spPr>
          <a:xfrm>
            <a:off x="0" y="5399441"/>
            <a:ext cx="12191610" cy="1459885"/>
          </a:xfrm>
          <a:prstGeom prst="rect">
            <a:avLst/>
          </a:prstGeom>
          <a:noFill/>
          <a:ln>
            <a:noFill/>
          </a:ln>
        </p:spPr>
      </p:pic>
      <p:sp>
        <p:nvSpPr>
          <p:cNvPr id="50" name="Google Shape;50;p3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51" name="Google Shape;51;p31"/>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52" name="Google Shape;52;p31"/>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parata 01 | Título + Subtítulo 1">
  <p:cSld name="Separata 01 | Título + Subtítulo 1">
    <p:bg>
      <p:bgPr>
        <a:solidFill>
          <a:schemeClr val="accent1"/>
        </a:solidFill>
        <a:effectLst/>
      </p:bgPr>
    </p:bg>
    <p:spTree>
      <p:nvGrpSpPr>
        <p:cNvPr id="1" name="Shape 53"/>
        <p:cNvGrpSpPr/>
        <p:nvPr/>
      </p:nvGrpSpPr>
      <p:grpSpPr>
        <a:xfrm>
          <a:off x="0" y="0"/>
          <a:ext cx="0" cy="0"/>
          <a:chOff x="0" y="0"/>
          <a:chExt cx="0" cy="0"/>
        </a:xfrm>
      </p:grpSpPr>
      <p:pic>
        <p:nvPicPr>
          <p:cNvPr id="54" name="Google Shape;54;p32"/>
          <p:cNvPicPr preferRelativeResize="0"/>
          <p:nvPr/>
        </p:nvPicPr>
        <p:blipFill rotWithShape="1">
          <a:blip r:embed="rId2">
            <a:alphaModFix amt="41000"/>
          </a:blip>
          <a:srcRect l="-25093" t="16642" r="-25077" b="27019"/>
          <a:stretch/>
        </p:blipFill>
        <p:spPr>
          <a:xfrm>
            <a:off x="0" y="0"/>
            <a:ext cx="12191612" cy="6858002"/>
          </a:xfrm>
          <a:prstGeom prst="rect">
            <a:avLst/>
          </a:prstGeom>
          <a:noFill/>
          <a:ln>
            <a:noFill/>
          </a:ln>
        </p:spPr>
      </p:pic>
      <p:sp>
        <p:nvSpPr>
          <p:cNvPr id="55" name="Google Shape;55;p32"/>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56" name="Google Shape;56;p32"/>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parata 01 | Título + Subtítulo 1 5">
  <p:cSld name="Separata 01 | Título + Subtítulo 1 5">
    <p:bg>
      <p:bgPr>
        <a:solidFill>
          <a:schemeClr val="accent1"/>
        </a:solidFill>
        <a:effectLst/>
      </p:bgPr>
    </p:bg>
    <p:spTree>
      <p:nvGrpSpPr>
        <p:cNvPr id="1" name="Shape 57"/>
        <p:cNvGrpSpPr/>
        <p:nvPr/>
      </p:nvGrpSpPr>
      <p:grpSpPr>
        <a:xfrm>
          <a:off x="0" y="0"/>
          <a:ext cx="0" cy="0"/>
          <a:chOff x="0" y="0"/>
          <a:chExt cx="0" cy="0"/>
        </a:xfrm>
      </p:grpSpPr>
      <p:pic>
        <p:nvPicPr>
          <p:cNvPr id="58" name="Google Shape;58;p33"/>
          <p:cNvPicPr preferRelativeResize="0"/>
          <p:nvPr/>
        </p:nvPicPr>
        <p:blipFill rotWithShape="1">
          <a:blip r:embed="rId2">
            <a:alphaModFix amt="20000"/>
          </a:blip>
          <a:srcRect t="7820" b="7818"/>
          <a:stretch/>
        </p:blipFill>
        <p:spPr>
          <a:xfrm>
            <a:off x="1" y="1"/>
            <a:ext cx="12191607" cy="6858001"/>
          </a:xfrm>
          <a:prstGeom prst="rect">
            <a:avLst/>
          </a:prstGeom>
          <a:noFill/>
          <a:ln>
            <a:noFill/>
          </a:ln>
        </p:spPr>
      </p:pic>
      <p:sp>
        <p:nvSpPr>
          <p:cNvPr id="59" name="Google Shape;59;p33"/>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0" name="Google Shape;60;p33"/>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parata 01 | Título + Subtítulo 1 5 1">
  <p:cSld name="Separata 01 | Título + Subtítulo 1 5 1">
    <p:bg>
      <p:bgPr>
        <a:solidFill>
          <a:schemeClr val="accent1"/>
        </a:solidFill>
        <a:effectLst/>
      </p:bgPr>
    </p:bg>
    <p:spTree>
      <p:nvGrpSpPr>
        <p:cNvPr id="1" name="Shape 61"/>
        <p:cNvGrpSpPr/>
        <p:nvPr/>
      </p:nvGrpSpPr>
      <p:grpSpPr>
        <a:xfrm>
          <a:off x="0" y="0"/>
          <a:ext cx="0" cy="0"/>
          <a:chOff x="0" y="0"/>
          <a:chExt cx="0" cy="0"/>
        </a:xfrm>
      </p:grpSpPr>
      <p:pic>
        <p:nvPicPr>
          <p:cNvPr id="62" name="Google Shape;62;p34"/>
          <p:cNvPicPr preferRelativeResize="0"/>
          <p:nvPr/>
        </p:nvPicPr>
        <p:blipFill rotWithShape="1">
          <a:blip r:embed="rId2">
            <a:alphaModFix amt="33000"/>
          </a:blip>
          <a:srcRect t="12540" b="12547"/>
          <a:stretch/>
        </p:blipFill>
        <p:spPr>
          <a:xfrm rot="10800000" flipH="1">
            <a:off x="1" y="-1"/>
            <a:ext cx="12191599" cy="6858001"/>
          </a:xfrm>
          <a:prstGeom prst="rect">
            <a:avLst/>
          </a:prstGeom>
          <a:noFill/>
          <a:ln>
            <a:noFill/>
          </a:ln>
        </p:spPr>
      </p:pic>
      <p:sp>
        <p:nvSpPr>
          <p:cNvPr id="63" name="Google Shape;63;p34"/>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4" name="Google Shape;64;p34"/>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parata 01 | Título + Subtítulo 1 3 1">
  <p:cSld name="Separata 01 | Título + Subtítulo 1 3 1">
    <p:bg>
      <p:bgPr>
        <a:solidFill>
          <a:schemeClr val="accent1"/>
        </a:solidFill>
        <a:effectLst/>
      </p:bgPr>
    </p:bg>
    <p:spTree>
      <p:nvGrpSpPr>
        <p:cNvPr id="1" name="Shape 65"/>
        <p:cNvGrpSpPr/>
        <p:nvPr/>
      </p:nvGrpSpPr>
      <p:grpSpPr>
        <a:xfrm>
          <a:off x="0" y="0"/>
          <a:ext cx="0" cy="0"/>
          <a:chOff x="0" y="0"/>
          <a:chExt cx="0" cy="0"/>
        </a:xfrm>
      </p:grpSpPr>
      <p:pic>
        <p:nvPicPr>
          <p:cNvPr id="66" name="Google Shape;66;p35"/>
          <p:cNvPicPr preferRelativeResize="0"/>
          <p:nvPr/>
        </p:nvPicPr>
        <p:blipFill rotWithShape="1">
          <a:blip r:embed="rId2">
            <a:alphaModFix amt="17000"/>
          </a:blip>
          <a:srcRect/>
          <a:stretch/>
        </p:blipFill>
        <p:spPr>
          <a:xfrm rot="5400000">
            <a:off x="8135918" y="1628437"/>
            <a:ext cx="6089301" cy="4384929"/>
          </a:xfrm>
          <a:prstGeom prst="rect">
            <a:avLst/>
          </a:prstGeom>
          <a:noFill/>
          <a:ln>
            <a:noFill/>
          </a:ln>
        </p:spPr>
      </p:pic>
      <p:pic>
        <p:nvPicPr>
          <p:cNvPr id="67" name="Google Shape;67;p35"/>
          <p:cNvPicPr preferRelativeResize="0"/>
          <p:nvPr/>
        </p:nvPicPr>
        <p:blipFill rotWithShape="1">
          <a:blip r:embed="rId3">
            <a:alphaModFix/>
          </a:blip>
          <a:srcRect/>
          <a:stretch/>
        </p:blipFill>
        <p:spPr>
          <a:xfrm>
            <a:off x="959975" y="960000"/>
            <a:ext cx="539631" cy="667428"/>
          </a:xfrm>
          <a:prstGeom prst="rect">
            <a:avLst/>
          </a:prstGeom>
          <a:noFill/>
          <a:ln>
            <a:noFill/>
          </a:ln>
        </p:spPr>
      </p:pic>
      <p:sp>
        <p:nvSpPr>
          <p:cNvPr id="68" name="Google Shape;68;p35"/>
          <p:cNvSpPr txBox="1">
            <a:spLocks noGrp="1"/>
          </p:cNvSpPr>
          <p:nvPr>
            <p:ph type="title"/>
          </p:nvPr>
        </p:nvSpPr>
        <p:spPr>
          <a:xfrm>
            <a:off x="9752830" y="960000"/>
            <a:ext cx="1478807" cy="1164600"/>
          </a:xfrm>
          <a:prstGeom prst="rect">
            <a:avLst/>
          </a:prstGeom>
          <a:noFill/>
          <a:ln>
            <a:noFill/>
          </a:ln>
        </p:spPr>
        <p:txBody>
          <a:bodyPr spcFirstLastPara="1" wrap="square" lIns="0" tIns="0" rIns="0" bIns="0" anchor="t" anchorCtr="0">
            <a:normAutofit/>
          </a:bodyPr>
          <a:lstStyle>
            <a:lvl1pPr marR="0" lvl="0" algn="r"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69" name="Google Shape;69;p35"/>
          <p:cNvSpPr/>
          <p:nvPr/>
        </p:nvSpPr>
        <p:spPr>
          <a:xfrm>
            <a:off x="-950926" y="2008425"/>
            <a:ext cx="3947486" cy="4088100"/>
          </a:xfrm>
          <a:prstGeom prst="ellipse">
            <a:avLst/>
          </a:prstGeom>
          <a:solidFill>
            <a:schemeClr val="accent2"/>
          </a:solidFill>
          <a:ln w="9525" cap="flat" cmpd="sng">
            <a:solidFill>
              <a:schemeClr val="dk2"/>
            </a:solidFill>
            <a:prstDash val="solid"/>
            <a:round/>
            <a:headEnd type="none" w="sm" len="sm"/>
            <a:tailEnd type="none" w="sm" len="sm"/>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35"/>
          <p:cNvSpPr txBox="1">
            <a:spLocks noGrp="1"/>
          </p:cNvSpPr>
          <p:nvPr>
            <p:ph type="title" idx="2"/>
          </p:nvPr>
        </p:nvSpPr>
        <p:spPr>
          <a:xfrm>
            <a:off x="897558" y="2008425"/>
            <a:ext cx="7868575"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2"/>
          </p15:clr>
        </p15:guide>
        <p15:guide id="2" pos="605">
          <p15:clr>
            <a:schemeClr val="accent2"/>
          </p15:clr>
        </p15:guide>
        <p15:guide id="3" pos="7379">
          <p15:clr>
            <a:schemeClr val="accent2"/>
          </p15:clr>
        </p15:guide>
        <p15:guide id="4" orient="horz" pos="302">
          <p15:clr>
            <a:schemeClr val="accent2"/>
          </p15:clr>
        </p15:guide>
        <p15:guide id="5" orient="horz" pos="605">
          <p15:clr>
            <a:schemeClr val="accent2"/>
          </p15:clr>
        </p15:guide>
        <p15:guide id="6" pos="7076">
          <p15:clr>
            <a:schemeClr val="accent2"/>
          </p15:clr>
        </p15:guide>
        <p15:guide id="7" orient="horz" pos="4018">
          <p15:clr>
            <a:schemeClr val="accent2"/>
          </p15:clr>
        </p15:guide>
        <p15:guide id="8" orient="horz" pos="3715">
          <p15:clr>
            <a:schemeClr val="accent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parata 01 | Título + Subtítulo 1 2">
  <p:cSld name="Separata 01 | Título + Subtítulo 1 2">
    <p:bg>
      <p:bgPr>
        <a:solidFill>
          <a:srgbClr val="FFFFFF"/>
        </a:solidFill>
        <a:effectLst/>
      </p:bgPr>
    </p:bg>
    <p:spTree>
      <p:nvGrpSpPr>
        <p:cNvPr id="1" name="Shape 71"/>
        <p:cNvGrpSpPr/>
        <p:nvPr/>
      </p:nvGrpSpPr>
      <p:grpSpPr>
        <a:xfrm>
          <a:off x="0" y="0"/>
          <a:ext cx="0" cy="0"/>
          <a:chOff x="0" y="0"/>
          <a:chExt cx="0" cy="0"/>
        </a:xfrm>
      </p:grpSpPr>
      <p:sp>
        <p:nvSpPr>
          <p:cNvPr id="72" name="Google Shape;72;p36"/>
          <p:cNvSpPr/>
          <p:nvPr/>
        </p:nvSpPr>
        <p:spPr>
          <a:xfrm>
            <a:off x="7050632" y="-1209750"/>
            <a:ext cx="9276292" cy="9277500"/>
          </a:xfrm>
          <a:prstGeom prst="ellipse">
            <a:avLst/>
          </a:prstGeom>
          <a:solidFill>
            <a:schemeClr val="accent2"/>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6"/>
          <p:cNvSpPr txBox="1">
            <a:spLocks noGrp="1"/>
          </p:cNvSpPr>
          <p:nvPr>
            <p:ph type="title"/>
          </p:nvPr>
        </p:nvSpPr>
        <p:spPr>
          <a:xfrm>
            <a:off x="892784" y="3028503"/>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6500"/>
              <a:buFont typeface="Ubuntu"/>
              <a:buNone/>
              <a:defRPr sz="6499"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74" name="Google Shape;74;p36"/>
          <p:cNvSpPr txBox="1">
            <a:spLocks noGrp="1"/>
          </p:cNvSpPr>
          <p:nvPr>
            <p:ph type="subTitle" idx="1"/>
          </p:nvPr>
        </p:nvSpPr>
        <p:spPr>
          <a:xfrm>
            <a:off x="940403" y="4500723"/>
            <a:ext cx="4457119" cy="43088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2pPr>
            <a:lvl3pPr marR="0" lvl="2"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3pPr>
            <a:lvl4pPr marR="0" lvl="3"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4pPr>
            <a:lvl5pPr marR="0" lvl="4"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5pPr>
            <a:lvl6pPr marR="0" lvl="5"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6pPr>
            <a:lvl7pPr marR="0" lvl="6"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7pPr>
            <a:lvl8pPr marR="0" lvl="7"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8pPr>
            <a:lvl9pPr marR="0" lvl="8"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9pPr>
          </a:lstStyle>
          <a:p>
            <a:endParaRPr/>
          </a:p>
        </p:txBody>
      </p:sp>
      <p:cxnSp>
        <p:nvCxnSpPr>
          <p:cNvPr id="75" name="Google Shape;75;p36"/>
          <p:cNvCxnSpPr/>
          <p:nvPr/>
        </p:nvCxnSpPr>
        <p:spPr>
          <a:xfrm>
            <a:off x="957150" y="4184544"/>
            <a:ext cx="4397727" cy="0"/>
          </a:xfrm>
          <a:prstGeom prst="straightConnector1">
            <a:avLst/>
          </a:prstGeom>
          <a:noFill/>
          <a:ln w="19050" cap="flat" cmpd="sng">
            <a:solidFill>
              <a:schemeClr val="accent1"/>
            </a:solidFill>
            <a:prstDash val="solid"/>
            <a:round/>
            <a:headEnd type="none" w="sm" len="sm"/>
            <a:tailEnd type="none" w="sm" len="sm"/>
          </a:ln>
        </p:spPr>
      </p:cxnSp>
      <p:sp>
        <p:nvSpPr>
          <p:cNvPr id="76" name="Google Shape;76;p36"/>
          <p:cNvSpPr txBox="1">
            <a:spLocks noGrp="1"/>
          </p:cNvSpPr>
          <p:nvPr>
            <p:ph type="title" idx="2"/>
          </p:nvPr>
        </p:nvSpPr>
        <p:spPr>
          <a:xfrm>
            <a:off x="930892" y="2024844"/>
            <a:ext cx="4169157" cy="116339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2800"/>
              <a:buFont typeface="Ubuntu"/>
              <a:buNone/>
              <a:defRPr sz="28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77" name="Google Shape;77;p36"/>
          <p:cNvSpPr txBox="1">
            <a:spLocks noGrp="1"/>
          </p:cNvSpPr>
          <p:nvPr>
            <p:ph type="title" idx="3"/>
          </p:nvPr>
        </p:nvSpPr>
        <p:spPr>
          <a:xfrm>
            <a:off x="945177" y="1670569"/>
            <a:ext cx="4169157" cy="3877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1400"/>
              <a:buFont typeface="Ubuntu"/>
              <a:buNone/>
              <a:defRPr sz="14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parata 01 | Título + Subtítulo 1 2 2 1">
  <p:cSld name="Separata 01 | Título + Subtítulo 1 2 2 1">
    <p:bg>
      <p:bgPr>
        <a:solidFill>
          <a:srgbClr val="FFFFFF"/>
        </a:solidFill>
        <a:effectLst/>
      </p:bgPr>
    </p:bg>
    <p:spTree>
      <p:nvGrpSpPr>
        <p:cNvPr id="1" name="Shape 78"/>
        <p:cNvGrpSpPr/>
        <p:nvPr/>
      </p:nvGrpSpPr>
      <p:grpSpPr>
        <a:xfrm>
          <a:off x="0" y="0"/>
          <a:ext cx="0" cy="0"/>
          <a:chOff x="0" y="0"/>
          <a:chExt cx="0" cy="0"/>
        </a:xfrm>
      </p:grpSpPr>
      <p:sp>
        <p:nvSpPr>
          <p:cNvPr id="79" name="Google Shape;79;p37"/>
          <p:cNvSpPr/>
          <p:nvPr/>
        </p:nvSpPr>
        <p:spPr>
          <a:xfrm>
            <a:off x="7050632" y="-1209750"/>
            <a:ext cx="9276292" cy="9277500"/>
          </a:xfrm>
          <a:prstGeom prst="ellipse">
            <a:avLst/>
          </a:prstGeom>
          <a:solidFill>
            <a:schemeClr val="accent4"/>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7"/>
          <p:cNvSpPr txBox="1">
            <a:spLocks noGrp="1"/>
          </p:cNvSpPr>
          <p:nvPr>
            <p:ph type="title"/>
          </p:nvPr>
        </p:nvSpPr>
        <p:spPr>
          <a:xfrm>
            <a:off x="892784" y="3028503"/>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6500"/>
              <a:buFont typeface="Ubuntu"/>
              <a:buNone/>
              <a:defRPr sz="6499"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81" name="Google Shape;81;p37"/>
          <p:cNvSpPr txBox="1">
            <a:spLocks noGrp="1"/>
          </p:cNvSpPr>
          <p:nvPr>
            <p:ph type="subTitle" idx="1"/>
          </p:nvPr>
        </p:nvSpPr>
        <p:spPr>
          <a:xfrm>
            <a:off x="940403" y="4500723"/>
            <a:ext cx="4457119" cy="43088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2pPr>
            <a:lvl3pPr marR="0" lvl="2"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3pPr>
            <a:lvl4pPr marR="0" lvl="3"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4pPr>
            <a:lvl5pPr marR="0" lvl="4"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5pPr>
            <a:lvl6pPr marR="0" lvl="5"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6pPr>
            <a:lvl7pPr marR="0" lvl="6"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7pPr>
            <a:lvl8pPr marR="0" lvl="7"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8pPr>
            <a:lvl9pPr marR="0" lvl="8" algn="l" rtl="0">
              <a:lnSpc>
                <a:spcPct val="100000"/>
              </a:lnSpc>
              <a:spcBef>
                <a:spcPts val="0"/>
              </a:spcBef>
              <a:spcAft>
                <a:spcPts val="0"/>
              </a:spcAft>
              <a:buClr>
                <a:schemeClr val="accent1"/>
              </a:buClr>
              <a:buSzPts val="1400"/>
              <a:buFont typeface="Ubuntu"/>
              <a:buNone/>
              <a:defRPr sz="1400" b="0" i="0" u="none" strike="noStrike" cap="none">
                <a:solidFill>
                  <a:schemeClr val="accent1"/>
                </a:solidFill>
                <a:latin typeface="Ubuntu"/>
                <a:ea typeface="Ubuntu"/>
                <a:cs typeface="Ubuntu"/>
                <a:sym typeface="Ubuntu"/>
              </a:defRPr>
            </a:lvl9pPr>
          </a:lstStyle>
          <a:p>
            <a:endParaRPr/>
          </a:p>
        </p:txBody>
      </p:sp>
      <p:cxnSp>
        <p:nvCxnSpPr>
          <p:cNvPr id="82" name="Google Shape;82;p37"/>
          <p:cNvCxnSpPr/>
          <p:nvPr/>
        </p:nvCxnSpPr>
        <p:spPr>
          <a:xfrm>
            <a:off x="957150" y="4184544"/>
            <a:ext cx="4397727" cy="0"/>
          </a:xfrm>
          <a:prstGeom prst="straightConnector1">
            <a:avLst/>
          </a:prstGeom>
          <a:noFill/>
          <a:ln w="19050" cap="flat" cmpd="sng">
            <a:solidFill>
              <a:schemeClr val="accent1"/>
            </a:solidFill>
            <a:prstDash val="solid"/>
            <a:round/>
            <a:headEnd type="none" w="sm" len="sm"/>
            <a:tailEnd type="none" w="sm" len="sm"/>
          </a:ln>
        </p:spPr>
      </p:cxnSp>
      <p:sp>
        <p:nvSpPr>
          <p:cNvPr id="83" name="Google Shape;83;p37"/>
          <p:cNvSpPr txBox="1">
            <a:spLocks noGrp="1"/>
          </p:cNvSpPr>
          <p:nvPr>
            <p:ph type="title" idx="2"/>
          </p:nvPr>
        </p:nvSpPr>
        <p:spPr>
          <a:xfrm>
            <a:off x="930892" y="2024844"/>
            <a:ext cx="4169157" cy="116339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2800"/>
              <a:buFont typeface="Ubuntu"/>
              <a:buNone/>
              <a:defRPr sz="28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84" name="Google Shape;84;p37"/>
          <p:cNvSpPr txBox="1">
            <a:spLocks noGrp="1"/>
          </p:cNvSpPr>
          <p:nvPr>
            <p:ph type="title" idx="3"/>
          </p:nvPr>
        </p:nvSpPr>
        <p:spPr>
          <a:xfrm>
            <a:off x="945177" y="1670569"/>
            <a:ext cx="4169157" cy="3877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accent1"/>
              </a:buClr>
              <a:buSzPts val="1400"/>
              <a:buFont typeface="Ubuntu"/>
              <a:buNone/>
              <a:defRPr sz="1400" b="1" i="0" u="none" strike="noStrike" cap="none">
                <a:solidFill>
                  <a:schemeClr val="accent1"/>
                </a:solidFill>
                <a:latin typeface="Ubuntu"/>
                <a:ea typeface="Ubuntu"/>
                <a:cs typeface="Ubuntu"/>
                <a:sym typeface="Ubuntu"/>
              </a:defRPr>
            </a:lvl1pPr>
            <a:lvl2pPr marR="0" lvl="1"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parata 01 | Título + Subtítulo 1 2 1">
  <p:cSld name="Separata 01 | Título + Subtítulo 1 2 1">
    <p:bg>
      <p:bgPr>
        <a:solidFill>
          <a:schemeClr val="accent2"/>
        </a:solidFill>
        <a:effectLst/>
      </p:bgPr>
    </p:bg>
    <p:spTree>
      <p:nvGrpSpPr>
        <p:cNvPr id="1" name="Shape 85"/>
        <p:cNvGrpSpPr/>
        <p:nvPr/>
      </p:nvGrpSpPr>
      <p:grpSpPr>
        <a:xfrm>
          <a:off x="0" y="0"/>
          <a:ext cx="0" cy="0"/>
          <a:chOff x="0" y="0"/>
          <a:chExt cx="0" cy="0"/>
        </a:xfrm>
      </p:grpSpPr>
      <p:sp>
        <p:nvSpPr>
          <p:cNvPr id="86" name="Google Shape;86;p38"/>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87" name="Google Shape;87;p38"/>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parata 01 | Título + Subtítulo 1 1">
  <p:cSld name="Separata 01 | Título + Subtítulo 1 1">
    <p:bg>
      <p:bgPr>
        <a:solidFill>
          <a:schemeClr val="accent3"/>
        </a:solidFill>
        <a:effectLst/>
      </p:bgPr>
    </p:bg>
    <p:spTree>
      <p:nvGrpSpPr>
        <p:cNvPr id="1" name="Shape 88"/>
        <p:cNvGrpSpPr/>
        <p:nvPr/>
      </p:nvGrpSpPr>
      <p:grpSpPr>
        <a:xfrm>
          <a:off x="0" y="0"/>
          <a:ext cx="0" cy="0"/>
          <a:chOff x="0" y="0"/>
          <a:chExt cx="0" cy="0"/>
        </a:xfrm>
      </p:grpSpPr>
      <p:sp>
        <p:nvSpPr>
          <p:cNvPr id="89" name="Google Shape;89;p39"/>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90" name="Google Shape;90;p39"/>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parata 01 | Título + Subtítulo 1 1 1">
  <p:cSld name="Separata 01 | Título + Subtítulo 1 1 1">
    <p:bg>
      <p:bgPr>
        <a:solidFill>
          <a:schemeClr val="accent4"/>
        </a:solidFill>
        <a:effectLst/>
      </p:bgPr>
    </p:bg>
    <p:spTree>
      <p:nvGrpSpPr>
        <p:cNvPr id="1" name="Shape 91"/>
        <p:cNvGrpSpPr/>
        <p:nvPr/>
      </p:nvGrpSpPr>
      <p:grpSpPr>
        <a:xfrm>
          <a:off x="0" y="0"/>
          <a:ext cx="0" cy="0"/>
          <a:chOff x="0" y="0"/>
          <a:chExt cx="0" cy="0"/>
        </a:xfrm>
      </p:grpSpPr>
      <p:sp>
        <p:nvSpPr>
          <p:cNvPr id="92" name="Google Shape;92;p40"/>
          <p:cNvSpPr txBox="1">
            <a:spLocks noGrp="1"/>
          </p:cNvSpPr>
          <p:nvPr>
            <p:ph type="title"/>
          </p:nvPr>
        </p:nvSpPr>
        <p:spPr>
          <a:xfrm>
            <a:off x="897549" y="691536"/>
            <a:ext cx="8489194" cy="2700355"/>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FFFFFF"/>
              </a:buClr>
              <a:buSzPts val="6500"/>
              <a:buFont typeface="Ubuntu Medium"/>
              <a:buNone/>
              <a:defRPr sz="6499" b="0" i="0" u="none" strike="noStrike" cap="none">
                <a:solidFill>
                  <a:srgbClr val="FFFFFF"/>
                </a:solidFill>
                <a:latin typeface="Ubuntu Medium"/>
                <a:ea typeface="Ubuntu Medium"/>
                <a:cs typeface="Ubuntu Medium"/>
                <a:sym typeface="Ubuntu Medium"/>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93" name="Google Shape;93;p40"/>
          <p:cNvSpPr txBox="1">
            <a:spLocks noGrp="1"/>
          </p:cNvSpPr>
          <p:nvPr>
            <p:ph type="subTitle" idx="1"/>
          </p:nvPr>
        </p:nvSpPr>
        <p:spPr>
          <a:xfrm>
            <a:off x="952942" y="2634989"/>
            <a:ext cx="8489194" cy="33855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FFFFFF"/>
              </a:buClr>
              <a:buSzPts val="2200"/>
              <a:buFont typeface="Ubuntu Light"/>
              <a:buNone/>
              <a:defRPr sz="2200" b="0" i="0" u="none" strike="noStrike" cap="none">
                <a:solidFill>
                  <a:srgbClr val="FFFFFF"/>
                </a:solidFill>
                <a:latin typeface="Ubuntu Light"/>
                <a:ea typeface="Ubuntu Light"/>
                <a:cs typeface="Ubuntu Light"/>
                <a:sym typeface="Ubuntu Light"/>
              </a:defRPr>
            </a:lvl1pPr>
            <a:lvl2pPr marR="0" lvl="1"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200"/>
              <a:buFont typeface="Arial"/>
              <a:buNone/>
              <a:defRPr sz="2200" b="0" i="0" u="none" strike="noStrike" cap="none">
                <a:solidFill>
                  <a:srgbClr val="000000"/>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pos="302">
          <p15:clr>
            <a:schemeClr val="accent1"/>
          </p15:clr>
        </p15:guide>
        <p15:guide id="2" pos="605">
          <p15:clr>
            <a:schemeClr val="accent1"/>
          </p15:clr>
        </p15:guide>
        <p15:guide id="3" pos="7379">
          <p15:clr>
            <a:schemeClr val="accent1"/>
          </p15:clr>
        </p15:guide>
        <p15:guide id="4" orient="horz" pos="302">
          <p15:clr>
            <a:schemeClr val="accent1"/>
          </p15:clr>
        </p15:guide>
        <p15:guide id="5" orient="horz" pos="605">
          <p15:clr>
            <a:schemeClr val="accent1"/>
          </p15:clr>
        </p15:guide>
        <p15:guide id="6" pos="7076">
          <p15:clr>
            <a:schemeClr val="accent1"/>
          </p15:clr>
        </p15:guide>
        <p15:guide id="7" orient="horz" pos="4018">
          <p15:clr>
            <a:schemeClr val="accent1"/>
          </p15:clr>
        </p15:guide>
        <p15:guide id="8" orient="horz" pos="3715">
          <p15:clr>
            <a:schemeClr val="accent1"/>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parata 01 | Título + Subtítulo 2 2 2 1 1 1">
  <p:cSld name="Separata 01 | Título + Subtítulo 2 2 2 1 1 1">
    <p:bg>
      <p:bgPr>
        <a:solidFill>
          <a:srgbClr val="FFFFFF"/>
        </a:solidFill>
        <a:effectLst/>
      </p:bgPr>
    </p:bg>
    <p:spTree>
      <p:nvGrpSpPr>
        <p:cNvPr id="1" name="Shape 94"/>
        <p:cNvGrpSpPr/>
        <p:nvPr/>
      </p:nvGrpSpPr>
      <p:grpSpPr>
        <a:xfrm>
          <a:off x="0" y="0"/>
          <a:ext cx="0" cy="0"/>
          <a:chOff x="0" y="0"/>
          <a:chExt cx="0" cy="0"/>
        </a:xfrm>
      </p:grpSpPr>
      <p:pic>
        <p:nvPicPr>
          <p:cNvPr id="95" name="Google Shape;95;p41"/>
          <p:cNvPicPr preferRelativeResize="0"/>
          <p:nvPr/>
        </p:nvPicPr>
        <p:blipFill rotWithShape="1">
          <a:blip r:embed="rId2">
            <a:alphaModFix/>
          </a:blip>
          <a:srcRect/>
          <a:stretch/>
        </p:blipFill>
        <p:spPr>
          <a:xfrm>
            <a:off x="-46944" y="5503950"/>
            <a:ext cx="12435608" cy="1773300"/>
          </a:xfrm>
          <a:prstGeom prst="rect">
            <a:avLst/>
          </a:prstGeom>
          <a:noFill/>
          <a:ln>
            <a:noFill/>
          </a:ln>
        </p:spPr>
      </p:pic>
      <p:sp>
        <p:nvSpPr>
          <p:cNvPr id="96" name="Google Shape;96;p4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
        <p:nvSpPr>
          <p:cNvPr id="97" name="Google Shape;97;p41"/>
          <p:cNvSpPr txBox="1">
            <a:spLocks noGrp="1"/>
          </p:cNvSpPr>
          <p:nvPr>
            <p:ph type="sldNum" idx="2"/>
          </p:nvPr>
        </p:nvSpPr>
        <p:spPr>
          <a:xfrm>
            <a:off x="11296253" y="6215075"/>
            <a:ext cx="455941" cy="192900"/>
          </a:xfrm>
          <a:prstGeom prst="rect">
            <a:avLst/>
          </a:prstGeom>
          <a:noFill/>
          <a:ln>
            <a:noFill/>
          </a:ln>
        </p:spPr>
        <p:txBody>
          <a:bodyPr spcFirstLastPara="1" wrap="square" lIns="121900" tIns="121900" rIns="121900" bIns="121900" anchor="ctr" anchorCtr="0">
            <a:noAutofit/>
          </a:bodyPr>
          <a:lstStyle>
            <a:lvl1pPr marL="0" marR="0" lvl="0"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1pPr>
            <a:lvl2pPr marL="0" marR="0" lvl="1"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2pPr>
            <a:lvl3pPr marL="0" marR="0" lvl="2"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3pPr>
            <a:lvl4pPr marL="0" marR="0" lvl="3"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4pPr>
            <a:lvl5pPr marL="0" marR="0" lvl="4"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5pPr>
            <a:lvl6pPr marL="0" marR="0" lvl="5"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6pPr>
            <a:lvl7pPr marL="0" marR="0" lvl="6"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7pPr>
            <a:lvl8pPr marL="0" marR="0" lvl="7"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8pPr>
            <a:lvl9pPr marL="0" marR="0" lvl="8" indent="0" algn="ctr">
              <a:lnSpc>
                <a:spcPct val="100000"/>
              </a:lnSpc>
              <a:spcBef>
                <a:spcPts val="0"/>
              </a:spcBef>
              <a:spcAft>
                <a:spcPts val="0"/>
              </a:spcAft>
              <a:buClr>
                <a:srgbClr val="000000"/>
              </a:buClr>
              <a:buSzPts val="1600"/>
              <a:buFont typeface="Arial"/>
              <a:buNone/>
              <a:defRPr sz="1600" b="0" i="0" u="none" strike="noStrike" cap="none">
                <a:solidFill>
                  <a:srgbClr val="FFFFFF"/>
                </a:solidFill>
                <a:latin typeface="Ubuntu Light"/>
                <a:ea typeface="Ubuntu Light"/>
                <a:cs typeface="Ubuntu Light"/>
                <a:sym typeface="Ubuntu Light"/>
              </a:defRPr>
            </a:lvl9pPr>
          </a:lstStyle>
          <a:p>
            <a:pPr marL="0" lvl="0" indent="0" algn="ctr" rtl="0">
              <a:spcBef>
                <a:spcPts val="0"/>
              </a:spcBef>
              <a:spcAft>
                <a:spcPts val="0"/>
              </a:spcAft>
              <a:buNone/>
            </a:pPr>
            <a:fld id="{00000000-1234-1234-1234-123412341234}" type="slidenum">
              <a:rPr lang="es-ES"/>
              <a:t>‹Nº›</a:t>
            </a:fld>
            <a:endParaRPr/>
          </a:p>
        </p:txBody>
      </p:sp>
      <p:pic>
        <p:nvPicPr>
          <p:cNvPr id="98" name="Google Shape;98;p41"/>
          <p:cNvPicPr preferRelativeResize="0"/>
          <p:nvPr/>
        </p:nvPicPr>
        <p:blipFill rotWithShape="1">
          <a:blip r:embed="rId3">
            <a:alphaModFix/>
          </a:blip>
          <a:srcRect/>
          <a:stretch/>
        </p:blipFill>
        <p:spPr>
          <a:xfrm>
            <a:off x="449942" y="5926943"/>
            <a:ext cx="449942" cy="557259"/>
          </a:xfrm>
          <a:prstGeom prst="rect">
            <a:avLst/>
          </a:prstGeom>
          <a:noFill/>
          <a:ln>
            <a:noFill/>
          </a:ln>
        </p:spPr>
      </p:pic>
    </p:spTree>
  </p:cSld>
  <p:clrMapOvr>
    <a:masterClrMapping/>
  </p:clrMapOvr>
  <p:extLst>
    <p:ext uri="{DCECCB84-F9BA-43D5-87BE-67443E8EF086}">
      <p15:sldGuideLst xmlns:p15="http://schemas.microsoft.com/office/powerpoint/2012/main">
        <p15:guide id="1" pos="283">
          <p15:clr>
            <a:schemeClr val="accent2"/>
          </p15:clr>
        </p15:guide>
        <p15:guide id="2" pos="567">
          <p15:clr>
            <a:schemeClr val="accent2"/>
          </p15:clr>
        </p15:guide>
        <p15:guide id="3" pos="7404">
          <p15:clr>
            <a:schemeClr val="accent2"/>
          </p15:clr>
        </p15:guide>
        <p15:guide id="4" orient="horz" pos="280">
          <p15:clr>
            <a:schemeClr val="accent2"/>
          </p15:clr>
        </p15:guide>
        <p15:guide id="5" orient="horz" pos="564">
          <p15:clr>
            <a:schemeClr val="accent2"/>
          </p15:clr>
        </p15:guide>
        <p15:guide id="6" pos="7117">
          <p15:clr>
            <a:schemeClr val="accent2"/>
          </p15:clr>
        </p15:guide>
        <p15:guide id="7" orient="horz" pos="4037">
          <p15:clr>
            <a:schemeClr val="accent2"/>
          </p15:clr>
        </p15:guide>
        <p15:guide id="8" orient="horz" pos="3753">
          <p15:clr>
            <a:schemeClr val="accent2"/>
          </p15:clr>
        </p15:guide>
        <p15:guide id="9">
          <p15:clr>
            <a:srgbClr val="FA7B17"/>
          </p15:clr>
        </p15:guide>
        <p15:guide id="10" orient="horz">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9_Custom Layout">
  <p:cSld name="49_Custom Layout">
    <p:spTree>
      <p:nvGrpSpPr>
        <p:cNvPr id="1" name="Shape 99"/>
        <p:cNvGrpSpPr/>
        <p:nvPr/>
      </p:nvGrpSpPr>
      <p:grpSpPr>
        <a:xfrm>
          <a:off x="0" y="0"/>
          <a:ext cx="0" cy="0"/>
          <a:chOff x="0" y="0"/>
          <a:chExt cx="0" cy="0"/>
        </a:xfrm>
      </p:grpSpPr>
      <p:sp>
        <p:nvSpPr>
          <p:cNvPr id="100" name="Google Shape;100;p42"/>
          <p:cNvSpPr>
            <a:spLocks noGrp="1"/>
          </p:cNvSpPr>
          <p:nvPr>
            <p:ph type="pic" idx="2"/>
          </p:nvPr>
        </p:nvSpPr>
        <p:spPr>
          <a:xfrm>
            <a:off x="3062833" y="0"/>
            <a:ext cx="3003209" cy="3399000"/>
          </a:xfrm>
          <a:prstGeom prst="rect">
            <a:avLst/>
          </a:prstGeom>
          <a:solidFill>
            <a:srgbClr val="E6E9EE"/>
          </a:solidFill>
          <a:ln>
            <a:noFill/>
          </a:ln>
        </p:spPr>
      </p:sp>
      <p:sp>
        <p:nvSpPr>
          <p:cNvPr id="101" name="Google Shape;101;p42"/>
          <p:cNvSpPr>
            <a:spLocks noGrp="1"/>
          </p:cNvSpPr>
          <p:nvPr>
            <p:ph type="pic" idx="3"/>
          </p:nvPr>
        </p:nvSpPr>
        <p:spPr>
          <a:xfrm>
            <a:off x="6125666" y="0"/>
            <a:ext cx="3003209" cy="3399000"/>
          </a:xfrm>
          <a:prstGeom prst="rect">
            <a:avLst/>
          </a:prstGeom>
          <a:solidFill>
            <a:srgbClr val="E6E9EE"/>
          </a:solidFill>
          <a:ln>
            <a:noFill/>
          </a:ln>
        </p:spPr>
      </p:sp>
      <p:sp>
        <p:nvSpPr>
          <p:cNvPr id="102" name="Google Shape;102;p42"/>
          <p:cNvSpPr>
            <a:spLocks noGrp="1"/>
          </p:cNvSpPr>
          <p:nvPr>
            <p:ph type="pic" idx="4"/>
          </p:nvPr>
        </p:nvSpPr>
        <p:spPr>
          <a:xfrm>
            <a:off x="0" y="3458865"/>
            <a:ext cx="3003209" cy="3399000"/>
          </a:xfrm>
          <a:prstGeom prst="rect">
            <a:avLst/>
          </a:prstGeom>
          <a:solidFill>
            <a:srgbClr val="E6E9EE"/>
          </a:solidFill>
          <a:ln>
            <a:noFill/>
          </a:ln>
        </p:spPr>
      </p:sp>
      <p:sp>
        <p:nvSpPr>
          <p:cNvPr id="103" name="Google Shape;103;p42"/>
          <p:cNvSpPr>
            <a:spLocks noGrp="1"/>
          </p:cNvSpPr>
          <p:nvPr>
            <p:ph type="pic" idx="5"/>
          </p:nvPr>
        </p:nvSpPr>
        <p:spPr>
          <a:xfrm>
            <a:off x="3062834" y="3458865"/>
            <a:ext cx="3003209" cy="3399000"/>
          </a:xfrm>
          <a:prstGeom prst="rect">
            <a:avLst/>
          </a:prstGeom>
          <a:solidFill>
            <a:srgbClr val="E6E9EE"/>
          </a:solidFill>
          <a:ln>
            <a:noFill/>
          </a:ln>
        </p:spPr>
      </p:sp>
      <p:sp>
        <p:nvSpPr>
          <p:cNvPr id="104" name="Google Shape;104;p42"/>
          <p:cNvSpPr>
            <a:spLocks noGrp="1"/>
          </p:cNvSpPr>
          <p:nvPr>
            <p:ph type="pic" idx="6"/>
          </p:nvPr>
        </p:nvSpPr>
        <p:spPr>
          <a:xfrm>
            <a:off x="9188499" y="0"/>
            <a:ext cx="3003209" cy="3399000"/>
          </a:xfrm>
          <a:prstGeom prst="rect">
            <a:avLst/>
          </a:prstGeom>
          <a:solidFill>
            <a:srgbClr val="E6E9EE"/>
          </a:solidFill>
          <a:ln>
            <a:noFill/>
          </a:ln>
        </p:spPr>
      </p:sp>
      <p:sp>
        <p:nvSpPr>
          <p:cNvPr id="105" name="Google Shape;105;p42"/>
          <p:cNvSpPr>
            <a:spLocks noGrp="1"/>
          </p:cNvSpPr>
          <p:nvPr>
            <p:ph type="pic" idx="7"/>
          </p:nvPr>
        </p:nvSpPr>
        <p:spPr>
          <a:xfrm>
            <a:off x="6125666" y="3458865"/>
            <a:ext cx="3003209" cy="3399000"/>
          </a:xfrm>
          <a:prstGeom prst="rect">
            <a:avLst/>
          </a:prstGeom>
          <a:solidFill>
            <a:srgbClr val="E6E9EE"/>
          </a:solid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300"/>
                                        <p:tgtEl>
                                          <p:spTgt spid="100"/>
                                        </p:tgtEl>
                                      </p:cBhvr>
                                    </p:animEffect>
                                  </p:childTnLst>
                                </p:cTn>
                              </p:par>
                              <p:par>
                                <p:cTn id="8" presetID="10" presetClass="entr" presetSubtype="0" fill="hold" nodeType="withEffect">
                                  <p:stCondLst>
                                    <p:cond delay="40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300"/>
                                        <p:tgtEl>
                                          <p:spTgt spid="101"/>
                                        </p:tgtEl>
                                      </p:cBhvr>
                                    </p:animEffect>
                                  </p:childTnLst>
                                </p:cTn>
                              </p:par>
                              <p:par>
                                <p:cTn id="11" presetID="10" presetClass="entr" presetSubtype="0" fill="hold" nodeType="withEffect">
                                  <p:stCondLst>
                                    <p:cond delay="60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300"/>
                                        <p:tgtEl>
                                          <p:spTgt spid="104"/>
                                        </p:tgtEl>
                                      </p:cBhvr>
                                    </p:animEffect>
                                  </p:childTnLst>
                                </p:cTn>
                              </p:par>
                              <p:par>
                                <p:cTn id="14" presetID="10" presetClass="entr" presetSubtype="0" fill="hold" nodeType="withEffect">
                                  <p:stCondLst>
                                    <p:cond delay="80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300"/>
                                        <p:tgtEl>
                                          <p:spTgt spid="102"/>
                                        </p:tgtEl>
                                      </p:cBhvr>
                                    </p:animEffect>
                                  </p:childTnLst>
                                </p:cTn>
                              </p:par>
                              <p:par>
                                <p:cTn id="17" presetID="10" presetClass="entr" presetSubtype="0" fill="hold" nodeType="withEffect">
                                  <p:stCondLst>
                                    <p:cond delay="100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300"/>
                                        <p:tgtEl>
                                          <p:spTgt spid="103"/>
                                        </p:tgtEl>
                                      </p:cBhvr>
                                    </p:animEffect>
                                  </p:childTnLst>
                                </p:cTn>
                              </p:par>
                              <p:par>
                                <p:cTn id="20" presetID="10" presetClass="entr" presetSubtype="0" fill="hold" nodeType="withEffect">
                                  <p:stCondLst>
                                    <p:cond delay="120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3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0_Diseño personalizado">
  <p:cSld name="30_Diseño personalizado">
    <p:spTree>
      <p:nvGrpSpPr>
        <p:cNvPr id="1" name="Shape 107"/>
        <p:cNvGrpSpPr/>
        <p:nvPr/>
      </p:nvGrpSpPr>
      <p:grpSpPr>
        <a:xfrm>
          <a:off x="0" y="0"/>
          <a:ext cx="0" cy="0"/>
          <a:chOff x="0" y="0"/>
          <a:chExt cx="0" cy="0"/>
        </a:xfrm>
      </p:grpSpPr>
      <p:sp>
        <p:nvSpPr>
          <p:cNvPr id="108" name="Google Shape;108;p44"/>
          <p:cNvSpPr txBox="1">
            <a:spLocks noGrp="1"/>
          </p:cNvSpPr>
          <p:nvPr>
            <p:ph type="ctrTitle"/>
          </p:nvPr>
        </p:nvSpPr>
        <p:spPr>
          <a:xfrm>
            <a:off x="4298165" y="2654150"/>
            <a:ext cx="67929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rgbClr val="FFFFFF"/>
              </a:buClr>
              <a:buSzPts val="4800"/>
              <a:buFont typeface="Ubuntu"/>
              <a:buNone/>
              <a:defRPr sz="4800" b="0" i="0" u="none" strike="noStrike" cap="none">
                <a:solidFill>
                  <a:srgbClr val="2F2E33"/>
                </a:solidFill>
                <a:latin typeface="Ubuntu"/>
                <a:ea typeface="Ubuntu"/>
                <a:cs typeface="Ubuntu"/>
                <a:sym typeface="Ubuntu"/>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44"/>
          <p:cNvSpPr txBox="1">
            <a:spLocks noGrp="1"/>
          </p:cNvSpPr>
          <p:nvPr>
            <p:ph type="subTitle" idx="1"/>
          </p:nvPr>
        </p:nvSpPr>
        <p:spPr>
          <a:xfrm>
            <a:off x="4298165" y="5276725"/>
            <a:ext cx="6792900" cy="71507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rgbClr val="FFFFFF"/>
              </a:buClr>
              <a:buSzPts val="2400"/>
              <a:buFont typeface="Arial"/>
              <a:buNone/>
              <a:defRPr sz="2400" b="0" i="0" u="none" strike="noStrike" cap="none">
                <a:solidFill>
                  <a:srgbClr val="2F2E33"/>
                </a:solidFill>
                <a:latin typeface="Ubuntu"/>
                <a:ea typeface="Ubuntu"/>
                <a:cs typeface="Ubuntu"/>
                <a:sym typeface="Ubuntu"/>
              </a:defRPr>
            </a:lvl1pPr>
            <a:lvl2pPr marR="0" lvl="1" algn="ctr" rtl="0">
              <a:lnSpc>
                <a:spcPct val="90000"/>
              </a:lnSpc>
              <a:spcBef>
                <a:spcPts val="500"/>
              </a:spcBef>
              <a:spcAft>
                <a:spcPts val="0"/>
              </a:spcAft>
              <a:buClr>
                <a:srgbClr val="FFFFFF"/>
              </a:buClr>
              <a:buSzPts val="3999"/>
              <a:buFont typeface="Arial"/>
              <a:buNone/>
              <a:defRPr sz="2000" b="0" i="0" u="none" strike="noStrike" cap="none">
                <a:solidFill>
                  <a:srgbClr val="FFFFFF"/>
                </a:solidFill>
                <a:latin typeface="Raleway"/>
                <a:ea typeface="Raleway"/>
                <a:cs typeface="Raleway"/>
                <a:sym typeface="Raleway"/>
              </a:defRPr>
            </a:lvl2pPr>
            <a:lvl3pPr marR="0" lvl="2" algn="ctr" rtl="0">
              <a:lnSpc>
                <a:spcPct val="90000"/>
              </a:lnSpc>
              <a:spcBef>
                <a:spcPts val="500"/>
              </a:spcBef>
              <a:spcAft>
                <a:spcPts val="0"/>
              </a:spcAft>
              <a:buClr>
                <a:srgbClr val="FFFFFF"/>
              </a:buClr>
              <a:buSzPts val="3599"/>
              <a:buFont typeface="Arial"/>
              <a:buNone/>
              <a:defRPr sz="1800" b="0" i="0" u="none" strike="noStrike" cap="none">
                <a:solidFill>
                  <a:srgbClr val="FFFFFF"/>
                </a:solidFill>
                <a:latin typeface="Raleway"/>
                <a:ea typeface="Raleway"/>
                <a:cs typeface="Raleway"/>
                <a:sym typeface="Raleway"/>
              </a:defRPr>
            </a:lvl3pPr>
            <a:lvl4pPr marR="0" lvl="3"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4pPr>
            <a:lvl5pPr marR="0" lvl="4"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5pPr>
            <a:lvl6pPr marR="0" lvl="5"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6pPr>
            <a:lvl7pPr marR="0" lvl="6"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7pPr>
            <a:lvl8pPr marR="0" lvl="7"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8pPr>
            <a:lvl9pPr marR="0" lvl="8" algn="ctr" rtl="0">
              <a:lnSpc>
                <a:spcPct val="90000"/>
              </a:lnSpc>
              <a:spcBef>
                <a:spcPts val="500"/>
              </a:spcBef>
              <a:spcAft>
                <a:spcPts val="0"/>
              </a:spcAft>
              <a:buClr>
                <a:srgbClr val="FFFFFF"/>
              </a:buClr>
              <a:buSzPts val="3199"/>
              <a:buFont typeface="Arial"/>
              <a:buNone/>
              <a:defRPr sz="1600" b="0" i="0" u="none" strike="noStrike" cap="none">
                <a:solidFill>
                  <a:srgbClr val="FFFFFF"/>
                </a:solidFill>
                <a:latin typeface="Raleway"/>
                <a:ea typeface="Raleway"/>
                <a:cs typeface="Raleway"/>
                <a:sym typeface="Raleway"/>
              </a:defRPr>
            </a:lvl9pPr>
          </a:lstStyle>
          <a:p>
            <a:endParaRPr/>
          </a:p>
        </p:txBody>
      </p:sp>
      <p:sp>
        <p:nvSpPr>
          <p:cNvPr id="110" name="Google Shape;110;p44"/>
          <p:cNvSpPr/>
          <p:nvPr/>
        </p:nvSpPr>
        <p:spPr>
          <a:xfrm>
            <a:off x="4350966" y="278673"/>
            <a:ext cx="3951147" cy="3078206"/>
          </a:xfrm>
          <a:custGeom>
            <a:avLst/>
            <a:gdLst/>
            <a:ahLst/>
            <a:cxnLst/>
            <a:rect l="l" t="t" r="r" b="b"/>
            <a:pathLst>
              <a:path w="6515734" h="5076190" extrusionOk="0">
                <a:moveTo>
                  <a:pt x="5371553" y="0"/>
                </a:moveTo>
                <a:lnTo>
                  <a:pt x="5326947" y="3052"/>
                </a:lnTo>
                <a:lnTo>
                  <a:pt x="5281835" y="13069"/>
                </a:lnTo>
                <a:lnTo>
                  <a:pt x="5236751" y="30087"/>
                </a:lnTo>
                <a:lnTo>
                  <a:pt x="5192229" y="54136"/>
                </a:lnTo>
                <a:lnTo>
                  <a:pt x="115127" y="3447740"/>
                </a:lnTo>
                <a:lnTo>
                  <a:pt x="111787" y="3451101"/>
                </a:lnTo>
                <a:lnTo>
                  <a:pt x="108090" y="3454179"/>
                </a:lnTo>
                <a:lnTo>
                  <a:pt x="0" y="3528188"/>
                </a:lnTo>
                <a:lnTo>
                  <a:pt x="1013937" y="5018509"/>
                </a:lnTo>
                <a:lnTo>
                  <a:pt x="1050871" y="5056571"/>
                </a:lnTo>
                <a:lnTo>
                  <a:pt x="1095899" y="5075778"/>
                </a:lnTo>
                <a:lnTo>
                  <a:pt x="1144856" y="5075303"/>
                </a:lnTo>
                <a:lnTo>
                  <a:pt x="1193576" y="5054319"/>
                </a:lnTo>
                <a:lnTo>
                  <a:pt x="6357335" y="1602864"/>
                </a:lnTo>
                <a:lnTo>
                  <a:pt x="6515487" y="1502825"/>
                </a:lnTo>
                <a:lnTo>
                  <a:pt x="6438694" y="1384703"/>
                </a:lnTo>
                <a:lnTo>
                  <a:pt x="6438348" y="1384054"/>
                </a:lnTo>
                <a:lnTo>
                  <a:pt x="6435385" y="1379614"/>
                </a:lnTo>
                <a:lnTo>
                  <a:pt x="6372801" y="1283293"/>
                </a:lnTo>
                <a:lnTo>
                  <a:pt x="6371104" y="1283293"/>
                </a:lnTo>
                <a:lnTo>
                  <a:pt x="5598614" y="126103"/>
                </a:lnTo>
                <a:lnTo>
                  <a:pt x="5568273" y="88060"/>
                </a:lnTo>
                <a:lnTo>
                  <a:pt x="5534219" y="56783"/>
                </a:lnTo>
                <a:lnTo>
                  <a:pt x="5496985" y="32305"/>
                </a:lnTo>
                <a:lnTo>
                  <a:pt x="5457106" y="14660"/>
                </a:lnTo>
                <a:lnTo>
                  <a:pt x="5415117" y="3880"/>
                </a:lnTo>
                <a:lnTo>
                  <a:pt x="5371553" y="0"/>
                </a:lnTo>
                <a:close/>
              </a:path>
              <a:path w="6515734" h="5076190" extrusionOk="0">
                <a:moveTo>
                  <a:pt x="6371209" y="1280842"/>
                </a:moveTo>
                <a:lnTo>
                  <a:pt x="6371104" y="1283293"/>
                </a:lnTo>
                <a:lnTo>
                  <a:pt x="6372801" y="1283293"/>
                </a:lnTo>
                <a:lnTo>
                  <a:pt x="6371209"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1" name="Google Shape;111;p44"/>
          <p:cNvSpPr/>
          <p:nvPr/>
        </p:nvSpPr>
        <p:spPr>
          <a:xfrm>
            <a:off x="4350965" y="2415687"/>
            <a:ext cx="3891848" cy="1008099"/>
          </a:xfrm>
          <a:custGeom>
            <a:avLst/>
            <a:gdLst/>
            <a:ahLst/>
            <a:cxnLst/>
            <a:rect l="l" t="t" r="r" b="b"/>
            <a:pathLst>
              <a:path w="6417944" h="1662429" extrusionOk="0">
                <a:moveTo>
                  <a:pt x="5076609" y="0"/>
                </a:moveTo>
                <a:lnTo>
                  <a:pt x="1403632" y="0"/>
                </a:lnTo>
                <a:lnTo>
                  <a:pt x="0" y="4094"/>
                </a:lnTo>
                <a:lnTo>
                  <a:pt x="1032942" y="1527157"/>
                </a:lnTo>
                <a:lnTo>
                  <a:pt x="1070980" y="1579574"/>
                </a:lnTo>
                <a:lnTo>
                  <a:pt x="1104633" y="1616447"/>
                </a:lnTo>
                <a:lnTo>
                  <a:pt x="1138498" y="1640459"/>
                </a:lnTo>
                <a:lnTo>
                  <a:pt x="1177171" y="1654290"/>
                </a:lnTo>
                <a:lnTo>
                  <a:pt x="1225250" y="1660622"/>
                </a:lnTo>
                <a:lnTo>
                  <a:pt x="1287332" y="1662137"/>
                </a:lnTo>
                <a:lnTo>
                  <a:pt x="6264238" y="1662137"/>
                </a:lnTo>
                <a:lnTo>
                  <a:pt x="6417689" y="1631960"/>
                </a:lnTo>
                <a:lnTo>
                  <a:pt x="5437687" y="168612"/>
                </a:lnTo>
                <a:lnTo>
                  <a:pt x="5410666" y="135272"/>
                </a:lnTo>
                <a:lnTo>
                  <a:pt x="5382776" y="105135"/>
                </a:lnTo>
                <a:lnTo>
                  <a:pt x="5352986" y="78393"/>
                </a:lnTo>
                <a:lnTo>
                  <a:pt x="5320266" y="55239"/>
                </a:lnTo>
                <a:lnTo>
                  <a:pt x="5283584" y="35865"/>
                </a:lnTo>
                <a:lnTo>
                  <a:pt x="5241908" y="20462"/>
                </a:lnTo>
                <a:lnTo>
                  <a:pt x="5194208" y="9222"/>
                </a:lnTo>
                <a:lnTo>
                  <a:pt x="5139452" y="2337"/>
                </a:lnTo>
                <a:lnTo>
                  <a:pt x="507660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2" name="Google Shape;112;p44"/>
          <p:cNvSpPr/>
          <p:nvPr/>
        </p:nvSpPr>
        <p:spPr>
          <a:xfrm>
            <a:off x="4291661" y="2493996"/>
            <a:ext cx="3951147" cy="3078206"/>
          </a:xfrm>
          <a:custGeom>
            <a:avLst/>
            <a:gdLst/>
            <a:ahLst/>
            <a:cxnLst/>
            <a:rect l="l" t="t" r="r" b="b"/>
            <a:pathLst>
              <a:path w="6515734" h="5076190" extrusionOk="0">
                <a:moveTo>
                  <a:pt x="5371553" y="0"/>
                </a:moveTo>
                <a:lnTo>
                  <a:pt x="5326947" y="3051"/>
                </a:lnTo>
                <a:lnTo>
                  <a:pt x="5281835" y="13069"/>
                </a:lnTo>
                <a:lnTo>
                  <a:pt x="5236751" y="30086"/>
                </a:lnTo>
                <a:lnTo>
                  <a:pt x="5192229" y="54136"/>
                </a:lnTo>
                <a:lnTo>
                  <a:pt x="115127" y="3447739"/>
                </a:lnTo>
                <a:lnTo>
                  <a:pt x="111776" y="3451100"/>
                </a:lnTo>
                <a:lnTo>
                  <a:pt x="108080" y="3454179"/>
                </a:lnTo>
                <a:lnTo>
                  <a:pt x="0" y="3528187"/>
                </a:lnTo>
                <a:lnTo>
                  <a:pt x="1013937" y="5018508"/>
                </a:lnTo>
                <a:lnTo>
                  <a:pt x="1050871" y="5056570"/>
                </a:lnTo>
                <a:lnTo>
                  <a:pt x="1095899" y="5075777"/>
                </a:lnTo>
                <a:lnTo>
                  <a:pt x="1144856" y="5075303"/>
                </a:lnTo>
                <a:lnTo>
                  <a:pt x="1193576" y="5054318"/>
                </a:lnTo>
                <a:lnTo>
                  <a:pt x="6357335" y="1602863"/>
                </a:lnTo>
                <a:lnTo>
                  <a:pt x="6515487" y="1502825"/>
                </a:lnTo>
                <a:lnTo>
                  <a:pt x="6438694" y="1384702"/>
                </a:lnTo>
                <a:lnTo>
                  <a:pt x="6438348" y="1384053"/>
                </a:lnTo>
                <a:lnTo>
                  <a:pt x="6435385" y="1379614"/>
                </a:lnTo>
                <a:lnTo>
                  <a:pt x="6372801" y="1283292"/>
                </a:lnTo>
                <a:lnTo>
                  <a:pt x="6371104" y="1283292"/>
                </a:lnTo>
                <a:lnTo>
                  <a:pt x="5598614" y="126113"/>
                </a:lnTo>
                <a:lnTo>
                  <a:pt x="5568273" y="88067"/>
                </a:lnTo>
                <a:lnTo>
                  <a:pt x="5534219" y="56788"/>
                </a:lnTo>
                <a:lnTo>
                  <a:pt x="5496985" y="32308"/>
                </a:lnTo>
                <a:lnTo>
                  <a:pt x="5457106" y="14661"/>
                </a:lnTo>
                <a:lnTo>
                  <a:pt x="5415117" y="3881"/>
                </a:lnTo>
                <a:lnTo>
                  <a:pt x="5371553" y="0"/>
                </a:lnTo>
                <a:close/>
              </a:path>
              <a:path w="6515734" h="5076190" extrusionOk="0">
                <a:moveTo>
                  <a:pt x="6371209" y="1280842"/>
                </a:moveTo>
                <a:lnTo>
                  <a:pt x="6371104" y="1283292"/>
                </a:lnTo>
                <a:lnTo>
                  <a:pt x="6372801" y="1283292"/>
                </a:lnTo>
                <a:lnTo>
                  <a:pt x="6371209" y="1280842"/>
                </a:lnTo>
                <a:close/>
              </a:path>
            </a:pathLst>
          </a:custGeom>
          <a:solidFill>
            <a:srgbClr val="CA0017">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3" name="Google Shape;113;p44"/>
          <p:cNvSpPr/>
          <p:nvPr/>
        </p:nvSpPr>
        <p:spPr>
          <a:xfrm>
            <a:off x="4291666" y="4659855"/>
            <a:ext cx="3951147" cy="1015800"/>
          </a:xfrm>
          <a:custGeom>
            <a:avLst/>
            <a:gdLst/>
            <a:ahLst/>
            <a:cxnLst/>
            <a:rect l="l" t="t" r="r" b="b"/>
            <a:pathLst>
              <a:path w="6515734" h="1675129" extrusionOk="0">
                <a:moveTo>
                  <a:pt x="5219485" y="0"/>
                </a:moveTo>
                <a:lnTo>
                  <a:pt x="0" y="0"/>
                </a:lnTo>
                <a:lnTo>
                  <a:pt x="1048104" y="1549439"/>
                </a:lnTo>
                <a:lnTo>
                  <a:pt x="1079339" y="1585857"/>
                </a:lnTo>
                <a:lnTo>
                  <a:pt x="1113015" y="1614583"/>
                </a:lnTo>
                <a:lnTo>
                  <a:pt x="1151080" y="1636095"/>
                </a:lnTo>
                <a:lnTo>
                  <a:pt x="1195479" y="1650870"/>
                </a:lnTo>
                <a:lnTo>
                  <a:pt x="1248160" y="1659384"/>
                </a:lnTo>
                <a:lnTo>
                  <a:pt x="1311070" y="1662116"/>
                </a:lnTo>
                <a:lnTo>
                  <a:pt x="6357314" y="1674943"/>
                </a:lnTo>
                <a:lnTo>
                  <a:pt x="6410934" y="1642582"/>
                </a:lnTo>
                <a:lnTo>
                  <a:pt x="6462091" y="1610049"/>
                </a:lnTo>
                <a:lnTo>
                  <a:pt x="6500399" y="1584950"/>
                </a:lnTo>
                <a:lnTo>
                  <a:pt x="6515477" y="1574894"/>
                </a:lnTo>
                <a:lnTo>
                  <a:pt x="6444191" y="1474415"/>
                </a:lnTo>
                <a:lnTo>
                  <a:pt x="5587725" y="185743"/>
                </a:lnTo>
                <a:lnTo>
                  <a:pt x="5551378" y="137262"/>
                </a:lnTo>
                <a:lnTo>
                  <a:pt x="5515435" y="97819"/>
                </a:lnTo>
                <a:lnTo>
                  <a:pt x="5479234" y="66525"/>
                </a:lnTo>
                <a:lnTo>
                  <a:pt x="5442112" y="42487"/>
                </a:lnTo>
                <a:lnTo>
                  <a:pt x="5403405" y="24817"/>
                </a:lnTo>
                <a:lnTo>
                  <a:pt x="5362452" y="12624"/>
                </a:lnTo>
                <a:lnTo>
                  <a:pt x="5318590" y="5017"/>
                </a:lnTo>
                <a:lnTo>
                  <a:pt x="5271155" y="1105"/>
                </a:lnTo>
                <a:lnTo>
                  <a:pt x="5219485"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4" name="Google Shape;114;p44"/>
          <p:cNvSpPr/>
          <p:nvPr/>
        </p:nvSpPr>
        <p:spPr>
          <a:xfrm>
            <a:off x="4291666" y="4703557"/>
            <a:ext cx="3951147" cy="2154051"/>
          </a:xfrm>
          <a:custGeom>
            <a:avLst/>
            <a:gdLst/>
            <a:ahLst/>
            <a:cxnLst/>
            <a:rect l="l" t="t" r="r" b="b"/>
            <a:pathLst>
              <a:path w="6515734" h="3552190" extrusionOk="0">
                <a:moveTo>
                  <a:pt x="5371545" y="0"/>
                </a:moveTo>
                <a:lnTo>
                  <a:pt x="5326940" y="3052"/>
                </a:lnTo>
                <a:lnTo>
                  <a:pt x="5281827" y="13069"/>
                </a:lnTo>
                <a:lnTo>
                  <a:pt x="5236743" y="30087"/>
                </a:lnTo>
                <a:lnTo>
                  <a:pt x="5192221" y="54136"/>
                </a:lnTo>
                <a:lnTo>
                  <a:pt x="115119" y="3447740"/>
                </a:lnTo>
                <a:lnTo>
                  <a:pt x="111768" y="3451101"/>
                </a:lnTo>
                <a:lnTo>
                  <a:pt x="108072" y="3454179"/>
                </a:lnTo>
                <a:lnTo>
                  <a:pt x="0" y="3528182"/>
                </a:lnTo>
                <a:lnTo>
                  <a:pt x="16221" y="3552041"/>
                </a:lnTo>
                <a:lnTo>
                  <a:pt x="3441142" y="3552041"/>
                </a:lnTo>
                <a:lnTo>
                  <a:pt x="6357327" y="1602864"/>
                </a:lnTo>
                <a:lnTo>
                  <a:pt x="6515479" y="1502825"/>
                </a:lnTo>
                <a:lnTo>
                  <a:pt x="6438686" y="1384703"/>
                </a:lnTo>
                <a:lnTo>
                  <a:pt x="6438340" y="1384054"/>
                </a:lnTo>
                <a:lnTo>
                  <a:pt x="6435377" y="1379614"/>
                </a:lnTo>
                <a:lnTo>
                  <a:pt x="6372793" y="1283293"/>
                </a:lnTo>
                <a:lnTo>
                  <a:pt x="6371096" y="1283293"/>
                </a:lnTo>
                <a:lnTo>
                  <a:pt x="5598607" y="126103"/>
                </a:lnTo>
                <a:lnTo>
                  <a:pt x="5568266" y="88060"/>
                </a:lnTo>
                <a:lnTo>
                  <a:pt x="5534211" y="56783"/>
                </a:lnTo>
                <a:lnTo>
                  <a:pt x="5496977" y="32305"/>
                </a:lnTo>
                <a:lnTo>
                  <a:pt x="5457098" y="14660"/>
                </a:lnTo>
                <a:lnTo>
                  <a:pt x="5415110" y="3880"/>
                </a:lnTo>
                <a:lnTo>
                  <a:pt x="5371545" y="0"/>
                </a:lnTo>
                <a:close/>
              </a:path>
              <a:path w="6515734" h="3552190" extrusionOk="0">
                <a:moveTo>
                  <a:pt x="6371201" y="1280842"/>
                </a:moveTo>
                <a:lnTo>
                  <a:pt x="6371096" y="1283293"/>
                </a:lnTo>
                <a:lnTo>
                  <a:pt x="6372793" y="1283293"/>
                </a:lnTo>
                <a:lnTo>
                  <a:pt x="6371201"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5" name="Google Shape;115;p44"/>
          <p:cNvSpPr/>
          <p:nvPr/>
        </p:nvSpPr>
        <p:spPr>
          <a:xfrm>
            <a:off x="8301963" y="0"/>
            <a:ext cx="3889922" cy="2128252"/>
          </a:xfrm>
          <a:custGeom>
            <a:avLst/>
            <a:gdLst/>
            <a:ahLst/>
            <a:cxnLst/>
            <a:rect l="l" t="t" r="r" b="b"/>
            <a:pathLst>
              <a:path w="6414769" h="3509645" extrusionOk="0">
                <a:moveTo>
                  <a:pt x="6414241" y="0"/>
                </a:moveTo>
                <a:lnTo>
                  <a:pt x="2929887" y="0"/>
                </a:lnTo>
                <a:lnTo>
                  <a:pt x="115127" y="1881425"/>
                </a:lnTo>
                <a:lnTo>
                  <a:pt x="111776" y="1884786"/>
                </a:lnTo>
                <a:lnTo>
                  <a:pt x="108080" y="1887864"/>
                </a:lnTo>
                <a:lnTo>
                  <a:pt x="0" y="1961873"/>
                </a:lnTo>
                <a:lnTo>
                  <a:pt x="1013937" y="3452194"/>
                </a:lnTo>
                <a:lnTo>
                  <a:pt x="1050871" y="3490256"/>
                </a:lnTo>
                <a:lnTo>
                  <a:pt x="1095899" y="3509463"/>
                </a:lnTo>
                <a:lnTo>
                  <a:pt x="1144856" y="3508988"/>
                </a:lnTo>
                <a:lnTo>
                  <a:pt x="1193576" y="3488004"/>
                </a:lnTo>
                <a:lnTo>
                  <a:pt x="6357335" y="36549"/>
                </a:lnTo>
                <a:lnTo>
                  <a:pt x="6414241" y="553"/>
                </a:lnTo>
                <a:lnTo>
                  <a:pt x="6414241" y="0"/>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6" name="Google Shape;116;p44"/>
          <p:cNvSpPr/>
          <p:nvPr/>
        </p:nvSpPr>
        <p:spPr>
          <a:xfrm>
            <a:off x="8301961" y="1187198"/>
            <a:ext cx="3889922" cy="1008099"/>
          </a:xfrm>
          <a:custGeom>
            <a:avLst/>
            <a:gdLst/>
            <a:ahLst/>
            <a:cxnLst/>
            <a:rect l="l" t="t" r="r" b="b"/>
            <a:pathLst>
              <a:path w="6414769" h="1662429" extrusionOk="0">
                <a:moveTo>
                  <a:pt x="5076609" y="0"/>
                </a:moveTo>
                <a:lnTo>
                  <a:pt x="1403632" y="0"/>
                </a:lnTo>
                <a:lnTo>
                  <a:pt x="0" y="4094"/>
                </a:lnTo>
                <a:lnTo>
                  <a:pt x="1032942" y="1527157"/>
                </a:lnTo>
                <a:lnTo>
                  <a:pt x="1070981" y="1579574"/>
                </a:lnTo>
                <a:lnTo>
                  <a:pt x="1104635" y="1616447"/>
                </a:lnTo>
                <a:lnTo>
                  <a:pt x="1138501" y="1640459"/>
                </a:lnTo>
                <a:lnTo>
                  <a:pt x="1177176" y="1654290"/>
                </a:lnTo>
                <a:lnTo>
                  <a:pt x="1225254" y="1660622"/>
                </a:lnTo>
                <a:lnTo>
                  <a:pt x="1287332" y="1662137"/>
                </a:lnTo>
                <a:lnTo>
                  <a:pt x="6264238" y="1662137"/>
                </a:lnTo>
                <a:lnTo>
                  <a:pt x="6414245" y="1632638"/>
                </a:lnTo>
                <a:lnTo>
                  <a:pt x="6414245" y="1626817"/>
                </a:lnTo>
                <a:lnTo>
                  <a:pt x="5437687" y="168612"/>
                </a:lnTo>
                <a:lnTo>
                  <a:pt x="5410669" y="135272"/>
                </a:lnTo>
                <a:lnTo>
                  <a:pt x="5382780" y="105135"/>
                </a:lnTo>
                <a:lnTo>
                  <a:pt x="5352991" y="78393"/>
                </a:lnTo>
                <a:lnTo>
                  <a:pt x="5320270" y="55239"/>
                </a:lnTo>
                <a:lnTo>
                  <a:pt x="5283587" y="35865"/>
                </a:lnTo>
                <a:lnTo>
                  <a:pt x="5241910" y="20462"/>
                </a:lnTo>
                <a:lnTo>
                  <a:pt x="5194209" y="9222"/>
                </a:lnTo>
                <a:lnTo>
                  <a:pt x="5139453" y="2337"/>
                </a:lnTo>
                <a:lnTo>
                  <a:pt x="507660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7" name="Google Shape;117;p44"/>
          <p:cNvSpPr/>
          <p:nvPr/>
        </p:nvSpPr>
        <p:spPr>
          <a:xfrm>
            <a:off x="8242659" y="1265508"/>
            <a:ext cx="3949222" cy="3078206"/>
          </a:xfrm>
          <a:custGeom>
            <a:avLst/>
            <a:gdLst/>
            <a:ahLst/>
            <a:cxnLst/>
            <a:rect l="l" t="t" r="r" b="b"/>
            <a:pathLst>
              <a:path w="6512559" h="5076190" extrusionOk="0">
                <a:moveTo>
                  <a:pt x="5371553" y="0"/>
                </a:moveTo>
                <a:lnTo>
                  <a:pt x="5326947" y="3051"/>
                </a:lnTo>
                <a:lnTo>
                  <a:pt x="5281835" y="13069"/>
                </a:lnTo>
                <a:lnTo>
                  <a:pt x="5236751" y="30086"/>
                </a:lnTo>
                <a:lnTo>
                  <a:pt x="5192229" y="54136"/>
                </a:lnTo>
                <a:lnTo>
                  <a:pt x="115127" y="3447739"/>
                </a:lnTo>
                <a:lnTo>
                  <a:pt x="111776" y="3451100"/>
                </a:lnTo>
                <a:lnTo>
                  <a:pt x="108080" y="3454179"/>
                </a:lnTo>
                <a:lnTo>
                  <a:pt x="0" y="3528187"/>
                </a:lnTo>
                <a:lnTo>
                  <a:pt x="1013937" y="5018508"/>
                </a:lnTo>
                <a:lnTo>
                  <a:pt x="1050871" y="5056570"/>
                </a:lnTo>
                <a:lnTo>
                  <a:pt x="1095899" y="5075777"/>
                </a:lnTo>
                <a:lnTo>
                  <a:pt x="1144856" y="5075303"/>
                </a:lnTo>
                <a:lnTo>
                  <a:pt x="1193576" y="5054318"/>
                </a:lnTo>
                <a:lnTo>
                  <a:pt x="6357335" y="1602863"/>
                </a:lnTo>
                <a:lnTo>
                  <a:pt x="6512039" y="1505005"/>
                </a:lnTo>
                <a:lnTo>
                  <a:pt x="6512039" y="1497521"/>
                </a:lnTo>
                <a:lnTo>
                  <a:pt x="6438694" y="1384702"/>
                </a:lnTo>
                <a:lnTo>
                  <a:pt x="6438348" y="1384053"/>
                </a:lnTo>
                <a:lnTo>
                  <a:pt x="6435385" y="1379614"/>
                </a:lnTo>
                <a:lnTo>
                  <a:pt x="6372801" y="1283292"/>
                </a:lnTo>
                <a:lnTo>
                  <a:pt x="6371093" y="1283292"/>
                </a:lnTo>
                <a:lnTo>
                  <a:pt x="5598614" y="126113"/>
                </a:lnTo>
                <a:lnTo>
                  <a:pt x="5568273" y="88067"/>
                </a:lnTo>
                <a:lnTo>
                  <a:pt x="5534219" y="56788"/>
                </a:lnTo>
                <a:lnTo>
                  <a:pt x="5496985" y="32308"/>
                </a:lnTo>
                <a:lnTo>
                  <a:pt x="5457106" y="14661"/>
                </a:lnTo>
                <a:lnTo>
                  <a:pt x="5415117" y="3881"/>
                </a:lnTo>
                <a:lnTo>
                  <a:pt x="5371553" y="0"/>
                </a:lnTo>
                <a:close/>
              </a:path>
              <a:path w="6512559" h="5076190" extrusionOk="0">
                <a:moveTo>
                  <a:pt x="6371209" y="1280842"/>
                </a:moveTo>
                <a:lnTo>
                  <a:pt x="6371093" y="1283292"/>
                </a:lnTo>
                <a:lnTo>
                  <a:pt x="6372801" y="1283292"/>
                </a:lnTo>
                <a:lnTo>
                  <a:pt x="6371209" y="1280842"/>
                </a:lnTo>
                <a:close/>
              </a:path>
            </a:pathLst>
          </a:custGeom>
          <a:solidFill>
            <a:srgbClr val="CA0017">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8" name="Google Shape;118;p44"/>
          <p:cNvSpPr/>
          <p:nvPr/>
        </p:nvSpPr>
        <p:spPr>
          <a:xfrm>
            <a:off x="8242661" y="3402520"/>
            <a:ext cx="3944216" cy="1008099"/>
          </a:xfrm>
          <a:custGeom>
            <a:avLst/>
            <a:gdLst/>
            <a:ahLst/>
            <a:cxnLst/>
            <a:rect l="l" t="t" r="r" b="b"/>
            <a:pathLst>
              <a:path w="6504305" h="1662429" extrusionOk="0">
                <a:moveTo>
                  <a:pt x="5076599" y="0"/>
                </a:moveTo>
                <a:lnTo>
                  <a:pt x="1403622" y="0"/>
                </a:lnTo>
                <a:lnTo>
                  <a:pt x="0" y="4094"/>
                </a:lnTo>
                <a:lnTo>
                  <a:pt x="1032931" y="1527157"/>
                </a:lnTo>
                <a:lnTo>
                  <a:pt x="1070970" y="1579574"/>
                </a:lnTo>
                <a:lnTo>
                  <a:pt x="1104625" y="1616447"/>
                </a:lnTo>
                <a:lnTo>
                  <a:pt x="1138492" y="1640459"/>
                </a:lnTo>
                <a:lnTo>
                  <a:pt x="1177168" y="1654290"/>
                </a:lnTo>
                <a:lnTo>
                  <a:pt x="1225249" y="1660622"/>
                </a:lnTo>
                <a:lnTo>
                  <a:pt x="1287332" y="1662137"/>
                </a:lnTo>
                <a:lnTo>
                  <a:pt x="6503896" y="1662137"/>
                </a:lnTo>
                <a:lnTo>
                  <a:pt x="5878114" y="789483"/>
                </a:lnTo>
                <a:lnTo>
                  <a:pt x="5437677" y="168612"/>
                </a:lnTo>
                <a:lnTo>
                  <a:pt x="5410658" y="135272"/>
                </a:lnTo>
                <a:lnTo>
                  <a:pt x="5382771" y="105135"/>
                </a:lnTo>
                <a:lnTo>
                  <a:pt x="5352983" y="78393"/>
                </a:lnTo>
                <a:lnTo>
                  <a:pt x="5320263" y="55239"/>
                </a:lnTo>
                <a:lnTo>
                  <a:pt x="5283581" y="35865"/>
                </a:lnTo>
                <a:lnTo>
                  <a:pt x="5241905" y="20462"/>
                </a:lnTo>
                <a:lnTo>
                  <a:pt x="5194203" y="9222"/>
                </a:lnTo>
                <a:lnTo>
                  <a:pt x="5139445" y="2337"/>
                </a:lnTo>
                <a:lnTo>
                  <a:pt x="5076599" y="0"/>
                </a:lnTo>
                <a:close/>
              </a:path>
            </a:pathLst>
          </a:custGeom>
          <a:solidFill>
            <a:srgbClr val="5697C5">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19" name="Google Shape;119;p44"/>
          <p:cNvSpPr/>
          <p:nvPr/>
        </p:nvSpPr>
        <p:spPr>
          <a:xfrm>
            <a:off x="8242659" y="3475069"/>
            <a:ext cx="3949222" cy="3078206"/>
          </a:xfrm>
          <a:custGeom>
            <a:avLst/>
            <a:gdLst/>
            <a:ahLst/>
            <a:cxnLst/>
            <a:rect l="l" t="t" r="r" b="b"/>
            <a:pathLst>
              <a:path w="6512559" h="5076190" extrusionOk="0">
                <a:moveTo>
                  <a:pt x="5371553" y="0"/>
                </a:moveTo>
                <a:lnTo>
                  <a:pt x="5326947" y="3052"/>
                </a:lnTo>
                <a:lnTo>
                  <a:pt x="5281835" y="13069"/>
                </a:lnTo>
                <a:lnTo>
                  <a:pt x="5236751" y="30087"/>
                </a:lnTo>
                <a:lnTo>
                  <a:pt x="5192229" y="54136"/>
                </a:lnTo>
                <a:lnTo>
                  <a:pt x="115127" y="3447740"/>
                </a:lnTo>
                <a:lnTo>
                  <a:pt x="111776" y="3451101"/>
                </a:lnTo>
                <a:lnTo>
                  <a:pt x="108080" y="3454179"/>
                </a:lnTo>
                <a:lnTo>
                  <a:pt x="0" y="3528188"/>
                </a:lnTo>
                <a:lnTo>
                  <a:pt x="1013937" y="5018509"/>
                </a:lnTo>
                <a:lnTo>
                  <a:pt x="1050871" y="5056571"/>
                </a:lnTo>
                <a:lnTo>
                  <a:pt x="1095899" y="5075778"/>
                </a:lnTo>
                <a:lnTo>
                  <a:pt x="1144856" y="5075303"/>
                </a:lnTo>
                <a:lnTo>
                  <a:pt x="1193576" y="5054319"/>
                </a:lnTo>
                <a:lnTo>
                  <a:pt x="6357335" y="1602864"/>
                </a:lnTo>
                <a:lnTo>
                  <a:pt x="6512039" y="1505006"/>
                </a:lnTo>
                <a:lnTo>
                  <a:pt x="6512039" y="1497522"/>
                </a:lnTo>
                <a:lnTo>
                  <a:pt x="6438694" y="1384703"/>
                </a:lnTo>
                <a:lnTo>
                  <a:pt x="6438348" y="1384054"/>
                </a:lnTo>
                <a:lnTo>
                  <a:pt x="6435385" y="1379614"/>
                </a:lnTo>
                <a:lnTo>
                  <a:pt x="6372801" y="1283293"/>
                </a:lnTo>
                <a:lnTo>
                  <a:pt x="6371093" y="1283293"/>
                </a:lnTo>
                <a:lnTo>
                  <a:pt x="5598614" y="126103"/>
                </a:lnTo>
                <a:lnTo>
                  <a:pt x="5568273" y="88060"/>
                </a:lnTo>
                <a:lnTo>
                  <a:pt x="5534219" y="56783"/>
                </a:lnTo>
                <a:lnTo>
                  <a:pt x="5496985" y="32305"/>
                </a:lnTo>
                <a:lnTo>
                  <a:pt x="5457106" y="14660"/>
                </a:lnTo>
                <a:lnTo>
                  <a:pt x="5415117" y="3880"/>
                </a:lnTo>
                <a:lnTo>
                  <a:pt x="5371553" y="0"/>
                </a:lnTo>
                <a:close/>
              </a:path>
              <a:path w="6512559" h="5076190" extrusionOk="0">
                <a:moveTo>
                  <a:pt x="6371209" y="1280842"/>
                </a:moveTo>
                <a:lnTo>
                  <a:pt x="6371093" y="1283293"/>
                </a:lnTo>
                <a:lnTo>
                  <a:pt x="6372801" y="1283293"/>
                </a:lnTo>
                <a:lnTo>
                  <a:pt x="6371209" y="1280842"/>
                </a:lnTo>
                <a:close/>
              </a:path>
            </a:pathLst>
          </a:custGeom>
          <a:solidFill>
            <a:srgbClr val="FF6300">
              <a:alpha val="11372"/>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grpSp>
        <p:nvGrpSpPr>
          <p:cNvPr id="120" name="Google Shape;120;p44"/>
          <p:cNvGrpSpPr/>
          <p:nvPr/>
        </p:nvGrpSpPr>
        <p:grpSpPr>
          <a:xfrm>
            <a:off x="842011" y="1660908"/>
            <a:ext cx="2263846" cy="1677465"/>
            <a:chOff x="842011" y="2922401"/>
            <a:chExt cx="2263846" cy="1677465"/>
          </a:xfrm>
        </p:grpSpPr>
        <p:sp>
          <p:nvSpPr>
            <p:cNvPr id="121" name="Google Shape;121;p44"/>
            <p:cNvSpPr/>
            <p:nvPr/>
          </p:nvSpPr>
          <p:spPr>
            <a:xfrm>
              <a:off x="2217636" y="3278093"/>
              <a:ext cx="456687" cy="696967"/>
            </a:xfrm>
            <a:custGeom>
              <a:avLst/>
              <a:gdLst/>
              <a:ahLst/>
              <a:cxnLst/>
              <a:rect l="l" t="t" r="r" b="b"/>
              <a:pathLst>
                <a:path w="753110" h="1149350" extrusionOk="0">
                  <a:moveTo>
                    <a:pt x="752584" y="735841"/>
                  </a:moveTo>
                  <a:lnTo>
                    <a:pt x="559239" y="735841"/>
                  </a:lnTo>
                  <a:lnTo>
                    <a:pt x="559239" y="1148823"/>
                  </a:lnTo>
                  <a:lnTo>
                    <a:pt x="752584" y="1148823"/>
                  </a:lnTo>
                  <a:lnTo>
                    <a:pt x="752584" y="735841"/>
                  </a:lnTo>
                  <a:close/>
                </a:path>
                <a:path w="753110" h="1149350" extrusionOk="0">
                  <a:moveTo>
                    <a:pt x="425023" y="0"/>
                  </a:moveTo>
                  <a:lnTo>
                    <a:pt x="376784" y="1945"/>
                  </a:lnTo>
                  <a:lnTo>
                    <a:pt x="331143" y="7785"/>
                  </a:lnTo>
                  <a:lnTo>
                    <a:pt x="288103" y="17519"/>
                  </a:lnTo>
                  <a:lnTo>
                    <a:pt x="247667" y="31150"/>
                  </a:lnTo>
                  <a:lnTo>
                    <a:pt x="209965" y="48332"/>
                  </a:lnTo>
                  <a:lnTo>
                    <a:pt x="175166" y="68711"/>
                  </a:lnTo>
                  <a:lnTo>
                    <a:pt x="143262" y="92280"/>
                  </a:lnTo>
                  <a:lnTo>
                    <a:pt x="114247" y="119033"/>
                  </a:lnTo>
                  <a:lnTo>
                    <a:pt x="88285" y="148902"/>
                  </a:lnTo>
                  <a:lnTo>
                    <a:pt x="65516" y="181762"/>
                  </a:lnTo>
                  <a:lnTo>
                    <a:pt x="45942" y="217613"/>
                  </a:lnTo>
                  <a:lnTo>
                    <a:pt x="29569" y="256452"/>
                  </a:lnTo>
                  <a:lnTo>
                    <a:pt x="16627" y="297947"/>
                  </a:lnTo>
                  <a:lnTo>
                    <a:pt x="7387" y="341734"/>
                  </a:lnTo>
                  <a:lnTo>
                    <a:pt x="1846" y="387816"/>
                  </a:lnTo>
                  <a:lnTo>
                    <a:pt x="0" y="436196"/>
                  </a:lnTo>
                  <a:lnTo>
                    <a:pt x="1547" y="483839"/>
                  </a:lnTo>
                  <a:lnTo>
                    <a:pt x="6190" y="529281"/>
                  </a:lnTo>
                  <a:lnTo>
                    <a:pt x="13932" y="572521"/>
                  </a:lnTo>
                  <a:lnTo>
                    <a:pt x="24774" y="613562"/>
                  </a:lnTo>
                  <a:lnTo>
                    <a:pt x="38502" y="652110"/>
                  </a:lnTo>
                  <a:lnTo>
                    <a:pt x="54925" y="687858"/>
                  </a:lnTo>
                  <a:lnTo>
                    <a:pt x="95881" y="750971"/>
                  </a:lnTo>
                  <a:lnTo>
                    <a:pt x="147666" y="802209"/>
                  </a:lnTo>
                  <a:lnTo>
                    <a:pt x="210925" y="839649"/>
                  </a:lnTo>
                  <a:lnTo>
                    <a:pt x="257816" y="852869"/>
                  </a:lnTo>
                  <a:lnTo>
                    <a:pt x="309332" y="856956"/>
                  </a:lnTo>
                  <a:lnTo>
                    <a:pt x="360200" y="854060"/>
                  </a:lnTo>
                  <a:lnTo>
                    <a:pt x="405149" y="846329"/>
                  </a:lnTo>
                  <a:lnTo>
                    <a:pt x="472602" y="818111"/>
                  </a:lnTo>
                  <a:lnTo>
                    <a:pt x="509691" y="792269"/>
                  </a:lnTo>
                  <a:lnTo>
                    <a:pt x="541471" y="763230"/>
                  </a:lnTo>
                  <a:lnTo>
                    <a:pt x="559239" y="735841"/>
                  </a:lnTo>
                  <a:lnTo>
                    <a:pt x="752584" y="735841"/>
                  </a:lnTo>
                  <a:lnTo>
                    <a:pt x="752584" y="704627"/>
                  </a:lnTo>
                  <a:lnTo>
                    <a:pt x="401066" y="704627"/>
                  </a:lnTo>
                  <a:lnTo>
                    <a:pt x="351878" y="700133"/>
                  </a:lnTo>
                  <a:lnTo>
                    <a:pt x="309782" y="686651"/>
                  </a:lnTo>
                  <a:lnTo>
                    <a:pt x="274780" y="664182"/>
                  </a:lnTo>
                  <a:lnTo>
                    <a:pt x="246872" y="632724"/>
                  </a:lnTo>
                  <a:lnTo>
                    <a:pt x="225541" y="593679"/>
                  </a:lnTo>
                  <a:lnTo>
                    <a:pt x="210314" y="548446"/>
                  </a:lnTo>
                  <a:lnTo>
                    <a:pt x="201182" y="497021"/>
                  </a:lnTo>
                  <a:lnTo>
                    <a:pt x="198140" y="439400"/>
                  </a:lnTo>
                  <a:lnTo>
                    <a:pt x="201932" y="378936"/>
                  </a:lnTo>
                  <a:lnTo>
                    <a:pt x="213312" y="325361"/>
                  </a:lnTo>
                  <a:lnTo>
                    <a:pt x="232287" y="278674"/>
                  </a:lnTo>
                  <a:lnTo>
                    <a:pt x="258861" y="238872"/>
                  </a:lnTo>
                  <a:lnTo>
                    <a:pt x="292109" y="207067"/>
                  </a:lnTo>
                  <a:lnTo>
                    <a:pt x="331150" y="184345"/>
                  </a:lnTo>
                  <a:lnTo>
                    <a:pt x="375985" y="170708"/>
                  </a:lnTo>
                  <a:lnTo>
                    <a:pt x="426615" y="166162"/>
                  </a:lnTo>
                  <a:lnTo>
                    <a:pt x="752584" y="166162"/>
                  </a:lnTo>
                  <a:lnTo>
                    <a:pt x="752584" y="44731"/>
                  </a:lnTo>
                  <a:lnTo>
                    <a:pt x="689052" y="29170"/>
                  </a:lnTo>
                  <a:lnTo>
                    <a:pt x="651611" y="21677"/>
                  </a:lnTo>
                  <a:lnTo>
                    <a:pt x="610379" y="14386"/>
                  </a:lnTo>
                  <a:lnTo>
                    <a:pt x="566429" y="8088"/>
                  </a:lnTo>
                  <a:lnTo>
                    <a:pt x="520885" y="3592"/>
                  </a:lnTo>
                  <a:lnTo>
                    <a:pt x="473750" y="897"/>
                  </a:lnTo>
                  <a:lnTo>
                    <a:pt x="425023" y="0"/>
                  </a:lnTo>
                  <a:close/>
                </a:path>
                <a:path w="753110" h="1149350" extrusionOk="0">
                  <a:moveTo>
                    <a:pt x="752584" y="166162"/>
                  </a:moveTo>
                  <a:lnTo>
                    <a:pt x="426615" y="166162"/>
                  </a:lnTo>
                  <a:lnTo>
                    <a:pt x="450229" y="166414"/>
                  </a:lnTo>
                  <a:lnTo>
                    <a:pt x="471549" y="167168"/>
                  </a:lnTo>
                  <a:lnTo>
                    <a:pt x="522234" y="172213"/>
                  </a:lnTo>
                  <a:lnTo>
                    <a:pt x="559239" y="178947"/>
                  </a:lnTo>
                  <a:lnTo>
                    <a:pt x="559239" y="656702"/>
                  </a:lnTo>
                  <a:lnTo>
                    <a:pt x="511449" y="681719"/>
                  </a:lnTo>
                  <a:lnTo>
                    <a:pt x="469809" y="696102"/>
                  </a:lnTo>
                  <a:lnTo>
                    <a:pt x="424677" y="703682"/>
                  </a:lnTo>
                  <a:lnTo>
                    <a:pt x="401066" y="704627"/>
                  </a:lnTo>
                  <a:lnTo>
                    <a:pt x="752584" y="704627"/>
                  </a:lnTo>
                  <a:lnTo>
                    <a:pt x="752584" y="166162"/>
                  </a:lnTo>
                  <a:close/>
                </a:path>
              </a:pathLst>
            </a:custGeom>
            <a:solidFill>
              <a:srgbClr val="3B383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2" name="Google Shape;122;p44"/>
            <p:cNvSpPr/>
            <p:nvPr/>
          </p:nvSpPr>
          <p:spPr>
            <a:xfrm>
              <a:off x="1865763" y="3035472"/>
              <a:ext cx="264924" cy="762813"/>
            </a:xfrm>
            <a:custGeom>
              <a:avLst/>
              <a:gdLst/>
              <a:ahLst/>
              <a:cxnLst/>
              <a:rect l="l" t="t" r="r" b="b"/>
              <a:pathLst>
                <a:path w="436879" h="1257935" extrusionOk="0">
                  <a:moveTo>
                    <a:pt x="436751" y="680"/>
                  </a:moveTo>
                  <a:lnTo>
                    <a:pt x="293331" y="680"/>
                  </a:lnTo>
                  <a:lnTo>
                    <a:pt x="293331" y="1141"/>
                  </a:lnTo>
                  <a:lnTo>
                    <a:pt x="240783" y="7585"/>
                  </a:lnTo>
                  <a:lnTo>
                    <a:pt x="194712" y="20205"/>
                  </a:lnTo>
                  <a:lnTo>
                    <a:pt x="153907" y="38830"/>
                  </a:lnTo>
                  <a:lnTo>
                    <a:pt x="117155" y="63289"/>
                  </a:lnTo>
                  <a:lnTo>
                    <a:pt x="83243" y="93410"/>
                  </a:lnTo>
                  <a:lnTo>
                    <a:pt x="34990" y="159495"/>
                  </a:lnTo>
                  <a:lnTo>
                    <a:pt x="10291" y="223423"/>
                  </a:lnTo>
                  <a:lnTo>
                    <a:pt x="1257" y="271686"/>
                  </a:lnTo>
                  <a:lnTo>
                    <a:pt x="0" y="290776"/>
                  </a:lnTo>
                  <a:lnTo>
                    <a:pt x="0" y="1257930"/>
                  </a:lnTo>
                  <a:lnTo>
                    <a:pt x="199585" y="1257930"/>
                  </a:lnTo>
                  <a:lnTo>
                    <a:pt x="199585" y="554318"/>
                  </a:lnTo>
                  <a:lnTo>
                    <a:pt x="385286" y="554318"/>
                  </a:lnTo>
                  <a:lnTo>
                    <a:pt x="411735" y="544808"/>
                  </a:lnTo>
                  <a:lnTo>
                    <a:pt x="427380" y="526070"/>
                  </a:lnTo>
                  <a:lnTo>
                    <a:pt x="434845" y="507752"/>
                  </a:lnTo>
                  <a:lnTo>
                    <a:pt x="436751" y="499503"/>
                  </a:lnTo>
                  <a:lnTo>
                    <a:pt x="436751" y="356313"/>
                  </a:lnTo>
                  <a:lnTo>
                    <a:pt x="199585" y="356313"/>
                  </a:lnTo>
                  <a:lnTo>
                    <a:pt x="199585" y="303184"/>
                  </a:lnTo>
                  <a:lnTo>
                    <a:pt x="206925" y="255269"/>
                  </a:lnTo>
                  <a:lnTo>
                    <a:pt x="230914" y="225417"/>
                  </a:lnTo>
                  <a:lnTo>
                    <a:pt x="278314" y="201407"/>
                  </a:lnTo>
                  <a:lnTo>
                    <a:pt x="295090" y="198287"/>
                  </a:lnTo>
                  <a:lnTo>
                    <a:pt x="295676" y="198140"/>
                  </a:lnTo>
                  <a:lnTo>
                    <a:pt x="436751" y="198140"/>
                  </a:lnTo>
                  <a:lnTo>
                    <a:pt x="436751" y="680"/>
                  </a:lnTo>
                  <a:close/>
                </a:path>
                <a:path w="436879" h="1257935" extrusionOk="0">
                  <a:moveTo>
                    <a:pt x="385286" y="554318"/>
                  </a:moveTo>
                  <a:lnTo>
                    <a:pt x="199585" y="554318"/>
                  </a:lnTo>
                  <a:lnTo>
                    <a:pt x="329357" y="555998"/>
                  </a:lnTo>
                  <a:lnTo>
                    <a:pt x="357847" y="555578"/>
                  </a:lnTo>
                  <a:lnTo>
                    <a:pt x="385286" y="554318"/>
                  </a:lnTo>
                  <a:close/>
                </a:path>
                <a:path w="436879" h="1257935" extrusionOk="0">
                  <a:moveTo>
                    <a:pt x="322639" y="0"/>
                  </a:moveTo>
                  <a:lnTo>
                    <a:pt x="316524" y="0"/>
                  </a:lnTo>
                  <a:lnTo>
                    <a:pt x="310995" y="481"/>
                  </a:lnTo>
                  <a:lnTo>
                    <a:pt x="305132" y="680"/>
                  </a:lnTo>
                  <a:lnTo>
                    <a:pt x="349853" y="680"/>
                  </a:lnTo>
                  <a:lnTo>
                    <a:pt x="343467" y="401"/>
                  </a:lnTo>
                  <a:lnTo>
                    <a:pt x="336823" y="187"/>
                  </a:lnTo>
                  <a:lnTo>
                    <a:pt x="329890" y="48"/>
                  </a:lnTo>
                  <a:lnTo>
                    <a:pt x="322639" y="0"/>
                  </a:lnTo>
                  <a:close/>
                </a:path>
              </a:pathLst>
            </a:custGeom>
            <a:solidFill>
              <a:srgbClr val="3B383B"/>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3" name="Google Shape;123;p44"/>
            <p:cNvSpPr/>
            <p:nvPr/>
          </p:nvSpPr>
          <p:spPr>
            <a:xfrm>
              <a:off x="842011" y="2922404"/>
              <a:ext cx="269160" cy="1033128"/>
            </a:xfrm>
            <a:custGeom>
              <a:avLst/>
              <a:gdLst/>
              <a:ahLst/>
              <a:cxnLst/>
              <a:rect l="l" t="t" r="r" b="b"/>
              <a:pathLst>
                <a:path w="443864" h="1703704" extrusionOk="0">
                  <a:moveTo>
                    <a:pt x="417003" y="0"/>
                  </a:moveTo>
                  <a:lnTo>
                    <a:pt x="390396" y="18638"/>
                  </a:lnTo>
                  <a:lnTo>
                    <a:pt x="49181" y="242579"/>
                  </a:lnTo>
                  <a:lnTo>
                    <a:pt x="23633" y="263830"/>
                  </a:lnTo>
                  <a:lnTo>
                    <a:pt x="8711" y="285645"/>
                  </a:lnTo>
                  <a:lnTo>
                    <a:pt x="1729" y="309997"/>
                  </a:lnTo>
                  <a:lnTo>
                    <a:pt x="0" y="338858"/>
                  </a:lnTo>
                  <a:lnTo>
                    <a:pt x="0" y="1703581"/>
                  </a:lnTo>
                  <a:lnTo>
                    <a:pt x="410259" y="1429537"/>
                  </a:lnTo>
                  <a:lnTo>
                    <a:pt x="438450" y="1384419"/>
                  </a:lnTo>
                  <a:lnTo>
                    <a:pt x="443494" y="41349"/>
                  </a:lnTo>
                  <a:lnTo>
                    <a:pt x="434924" y="27330"/>
                  </a:lnTo>
                  <a:lnTo>
                    <a:pt x="426310" y="13956"/>
                  </a:lnTo>
                  <a:lnTo>
                    <a:pt x="419665" y="3941"/>
                  </a:lnTo>
                  <a:lnTo>
                    <a:pt x="417003" y="0"/>
                  </a:lnTo>
                  <a:close/>
                </a:path>
              </a:pathLst>
            </a:custGeom>
            <a:solidFill>
              <a:srgbClr val="FF63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4" name="Google Shape;124;p44"/>
            <p:cNvSpPr/>
            <p:nvPr/>
          </p:nvSpPr>
          <p:spPr>
            <a:xfrm>
              <a:off x="871976" y="2922401"/>
              <a:ext cx="814412" cy="1033128"/>
            </a:xfrm>
            <a:custGeom>
              <a:avLst/>
              <a:gdLst/>
              <a:ahLst/>
              <a:cxnLst/>
              <a:rect l="l" t="t" r="r" b="b"/>
              <a:pathLst>
                <a:path w="1343025" h="1703704" extrusionOk="0">
                  <a:moveTo>
                    <a:pt x="396888" y="0"/>
                  </a:moveTo>
                  <a:lnTo>
                    <a:pt x="365622" y="20083"/>
                  </a:lnTo>
                  <a:lnTo>
                    <a:pt x="365444" y="20177"/>
                  </a:lnTo>
                  <a:lnTo>
                    <a:pt x="338115" y="37726"/>
                  </a:lnTo>
                  <a:lnTo>
                    <a:pt x="338764" y="37758"/>
                  </a:lnTo>
                  <a:lnTo>
                    <a:pt x="32365" y="239741"/>
                  </a:lnTo>
                  <a:lnTo>
                    <a:pt x="10543" y="261350"/>
                  </a:lnTo>
                  <a:lnTo>
                    <a:pt x="0" y="287717"/>
                  </a:lnTo>
                  <a:lnTo>
                    <a:pt x="875" y="316658"/>
                  </a:lnTo>
                  <a:lnTo>
                    <a:pt x="13308" y="345989"/>
                  </a:lnTo>
                  <a:lnTo>
                    <a:pt x="911877" y="1673488"/>
                  </a:lnTo>
                  <a:lnTo>
                    <a:pt x="912768" y="1674357"/>
                  </a:lnTo>
                  <a:lnTo>
                    <a:pt x="913574" y="1675331"/>
                  </a:lnTo>
                  <a:lnTo>
                    <a:pt x="933175" y="1703592"/>
                  </a:lnTo>
                  <a:lnTo>
                    <a:pt x="1327792" y="1438479"/>
                  </a:lnTo>
                  <a:lnTo>
                    <a:pt x="1337870" y="1428821"/>
                  </a:lnTo>
                  <a:lnTo>
                    <a:pt x="1342955" y="1417047"/>
                  </a:lnTo>
                  <a:lnTo>
                    <a:pt x="1342827" y="1404246"/>
                  </a:lnTo>
                  <a:lnTo>
                    <a:pt x="1337268" y="1391507"/>
                  </a:lnTo>
                  <a:lnTo>
                    <a:pt x="423379" y="41359"/>
                  </a:lnTo>
                  <a:lnTo>
                    <a:pt x="396888" y="0"/>
                  </a:lnTo>
                  <a:close/>
                </a:path>
              </a:pathLst>
            </a:custGeom>
            <a:solidFill>
              <a:srgbClr val="CA001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5" name="Google Shape;125;p44"/>
            <p:cNvSpPr/>
            <p:nvPr/>
          </p:nvSpPr>
          <p:spPr>
            <a:xfrm>
              <a:off x="871597" y="2922401"/>
              <a:ext cx="257223" cy="575286"/>
            </a:xfrm>
            <a:custGeom>
              <a:avLst/>
              <a:gdLst/>
              <a:ahLst/>
              <a:cxnLst/>
              <a:rect l="l" t="t" r="r" b="b"/>
              <a:pathLst>
                <a:path w="424180" h="948689" extrusionOk="0">
                  <a:moveTo>
                    <a:pt x="397516" y="0"/>
                  </a:moveTo>
                  <a:lnTo>
                    <a:pt x="370910" y="18638"/>
                  </a:lnTo>
                  <a:lnTo>
                    <a:pt x="29695" y="242579"/>
                  </a:lnTo>
                  <a:lnTo>
                    <a:pt x="27978" y="243751"/>
                  </a:lnTo>
                  <a:lnTo>
                    <a:pt x="26344" y="244903"/>
                  </a:lnTo>
                  <a:lnTo>
                    <a:pt x="24742" y="246065"/>
                  </a:lnTo>
                  <a:lnTo>
                    <a:pt x="7594" y="267381"/>
                  </a:lnTo>
                  <a:lnTo>
                    <a:pt x="0" y="292269"/>
                  </a:lnTo>
                  <a:lnTo>
                    <a:pt x="2072" y="319036"/>
                  </a:lnTo>
                  <a:lnTo>
                    <a:pt x="13926" y="345989"/>
                  </a:lnTo>
                  <a:lnTo>
                    <a:pt x="421673" y="948369"/>
                  </a:lnTo>
                  <a:lnTo>
                    <a:pt x="424008" y="41359"/>
                  </a:lnTo>
                  <a:lnTo>
                    <a:pt x="397516" y="0"/>
                  </a:lnTo>
                  <a:close/>
                </a:path>
              </a:pathLst>
            </a:custGeom>
            <a:solidFill>
              <a:srgbClr val="B7000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6" name="Google Shape;126;p44"/>
            <p:cNvSpPr/>
            <p:nvPr/>
          </p:nvSpPr>
          <p:spPr>
            <a:xfrm>
              <a:off x="1437198" y="2924242"/>
              <a:ext cx="267235" cy="1031587"/>
            </a:xfrm>
            <a:custGeom>
              <a:avLst/>
              <a:gdLst/>
              <a:ahLst/>
              <a:cxnLst/>
              <a:rect l="l" t="t" r="r" b="b"/>
              <a:pathLst>
                <a:path w="440689" h="1701165" extrusionOk="0">
                  <a:moveTo>
                    <a:pt x="440101" y="0"/>
                  </a:moveTo>
                  <a:lnTo>
                    <a:pt x="44647" y="278776"/>
                  </a:lnTo>
                  <a:lnTo>
                    <a:pt x="11934" y="314125"/>
                  </a:lnTo>
                  <a:lnTo>
                    <a:pt x="0" y="373182"/>
                  </a:lnTo>
                  <a:lnTo>
                    <a:pt x="89" y="1363958"/>
                  </a:lnTo>
                  <a:lnTo>
                    <a:pt x="1078" y="1700555"/>
                  </a:lnTo>
                  <a:lnTo>
                    <a:pt x="404364" y="1430469"/>
                  </a:lnTo>
                  <a:lnTo>
                    <a:pt x="423593" y="1416058"/>
                  </a:lnTo>
                  <a:lnTo>
                    <a:pt x="434362" y="1402872"/>
                  </a:lnTo>
                  <a:lnTo>
                    <a:pt x="439066" y="1386856"/>
                  </a:lnTo>
                  <a:lnTo>
                    <a:pt x="440101" y="1363958"/>
                  </a:lnTo>
                  <a:lnTo>
                    <a:pt x="440101" y="0"/>
                  </a:lnTo>
                  <a:close/>
                </a:path>
              </a:pathLst>
            </a:custGeom>
            <a:solidFill>
              <a:srgbClr val="5697C5"/>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7" name="Google Shape;127;p44"/>
            <p:cNvSpPr/>
            <p:nvPr/>
          </p:nvSpPr>
          <p:spPr>
            <a:xfrm>
              <a:off x="1437195" y="3403221"/>
              <a:ext cx="249522" cy="552568"/>
            </a:xfrm>
            <a:custGeom>
              <a:avLst/>
              <a:gdLst/>
              <a:ahLst/>
              <a:cxnLst/>
              <a:rect l="l" t="t" r="r" b="b"/>
              <a:pathLst>
                <a:path w="411480" h="911225" extrusionOk="0">
                  <a:moveTo>
                    <a:pt x="0" y="0"/>
                  </a:moveTo>
                  <a:lnTo>
                    <a:pt x="0" y="543679"/>
                  </a:lnTo>
                  <a:lnTo>
                    <a:pt x="1088" y="910684"/>
                  </a:lnTo>
                  <a:lnTo>
                    <a:pt x="395987" y="646210"/>
                  </a:lnTo>
                  <a:lnTo>
                    <a:pt x="406022" y="636456"/>
                  </a:lnTo>
                  <a:lnTo>
                    <a:pt x="411009" y="624462"/>
                  </a:lnTo>
                  <a:lnTo>
                    <a:pt x="410784" y="611439"/>
                  </a:lnTo>
                  <a:lnTo>
                    <a:pt x="405181" y="598599"/>
                  </a:lnTo>
                  <a:lnTo>
                    <a:pt x="0" y="0"/>
                  </a:lnTo>
                  <a:close/>
                </a:path>
              </a:pathLst>
            </a:custGeom>
            <a:solidFill>
              <a:srgbClr val="423B98"/>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092"/>
                <a:buFont typeface="Arial"/>
                <a:buNone/>
              </a:pPr>
              <a:endParaRPr sz="1092" b="0" i="0" u="none" strike="noStrike" cap="none">
                <a:solidFill>
                  <a:srgbClr val="000000"/>
                </a:solidFill>
                <a:latin typeface="Calibri"/>
                <a:ea typeface="Calibri"/>
                <a:cs typeface="Calibri"/>
                <a:sym typeface="Calibri"/>
              </a:endParaRPr>
            </a:p>
          </p:txBody>
        </p:sp>
        <p:sp>
          <p:nvSpPr>
            <p:cNvPr id="128" name="Google Shape;128;p44"/>
            <p:cNvSpPr txBox="1"/>
            <p:nvPr/>
          </p:nvSpPr>
          <p:spPr>
            <a:xfrm>
              <a:off x="1840920" y="4110580"/>
              <a:ext cx="1264937" cy="489286"/>
            </a:xfrm>
            <a:prstGeom prst="rect">
              <a:avLst/>
            </a:prstGeom>
            <a:noFill/>
            <a:ln>
              <a:noFill/>
            </a:ln>
          </p:spPr>
          <p:txBody>
            <a:bodyPr spcFirstLastPara="1" wrap="square" lIns="0" tIns="52750" rIns="0" bIns="0" anchor="t" anchorCtr="0">
              <a:spAutoFit/>
            </a:bodyPr>
            <a:lstStyle/>
            <a:p>
              <a:pPr marL="7701" marR="3081" lvl="0" indent="0" algn="l" rtl="0">
                <a:lnSpc>
                  <a:spcPct val="100694"/>
                </a:lnSpc>
                <a:spcBef>
                  <a:spcPts val="0"/>
                </a:spcBef>
                <a:spcAft>
                  <a:spcPts val="0"/>
                </a:spcAft>
                <a:buClr>
                  <a:srgbClr val="000000"/>
                </a:buClr>
                <a:buSzPts val="1728"/>
                <a:buFont typeface="Arial"/>
                <a:buNone/>
              </a:pPr>
              <a:r>
                <a:rPr lang="es-ES" sz="1728" b="0" i="0" u="none" strike="noStrike" cap="none">
                  <a:solidFill>
                    <a:srgbClr val="3B383B"/>
                  </a:solidFill>
                  <a:latin typeface="Ubuntu"/>
                  <a:ea typeface="Ubuntu"/>
                  <a:cs typeface="Ubuntu"/>
                  <a:sym typeface="Ubuntu"/>
                </a:rPr>
                <a:t>reinventing  consulting</a:t>
              </a:r>
              <a:endParaRPr sz="1728" b="0" i="0" u="none" strike="noStrike" cap="none">
                <a:solidFill>
                  <a:srgbClr val="000000"/>
                </a:solidFill>
                <a:latin typeface="Ubuntu"/>
                <a:ea typeface="Ubuntu"/>
                <a:cs typeface="Ubuntu"/>
                <a:sym typeface="Ubuntu"/>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1" name="Google Shape;131;p45"/>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2" name="Google Shape;132;p45"/>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0_Diseño personalizado">
  <p:cSld name="31_Diseño personalizado">
    <p:spTree>
      <p:nvGrpSpPr>
        <p:cNvPr id="1" name="Shape 135"/>
        <p:cNvGrpSpPr/>
        <p:nvPr/>
      </p:nvGrpSpPr>
      <p:grpSpPr>
        <a:xfrm>
          <a:off x="0" y="0"/>
          <a:ext cx="0" cy="0"/>
          <a:chOff x="0" y="0"/>
          <a:chExt cx="0" cy="0"/>
        </a:xfrm>
      </p:grpSpPr>
      <p:sp>
        <p:nvSpPr>
          <p:cNvPr id="136" name="Google Shape;136;p46"/>
          <p:cNvSpPr txBox="1">
            <a:spLocks noGrp="1"/>
          </p:cNvSpPr>
          <p:nvPr>
            <p:ph type="ctrTitle"/>
          </p:nvPr>
        </p:nvSpPr>
        <p:spPr>
          <a:xfrm>
            <a:off x="1685758" y="422385"/>
            <a:ext cx="9693442" cy="369332"/>
          </a:xfrm>
          <a:prstGeom prst="rect">
            <a:avLst/>
          </a:prstGeom>
          <a:noFill/>
          <a:ln>
            <a:noFill/>
          </a:ln>
        </p:spPr>
        <p:txBody>
          <a:bodyPr spcFirstLastPara="1" wrap="square" lIns="91425" tIns="0" rIns="91425" bIns="0" anchor="t" anchorCtr="0">
            <a:spAutoFit/>
          </a:bodyPr>
          <a:lstStyle>
            <a:lvl1pPr marR="0" lvl="0" algn="l" rtl="0">
              <a:lnSpc>
                <a:spcPct val="100000"/>
              </a:lnSpc>
              <a:spcBef>
                <a:spcPts val="0"/>
              </a:spcBef>
              <a:spcAft>
                <a:spcPts val="0"/>
              </a:spcAft>
              <a:buClr>
                <a:srgbClr val="434343"/>
              </a:buClr>
              <a:buSzPts val="2800"/>
              <a:buFont typeface="Ubuntu"/>
              <a:buNone/>
              <a:defRPr sz="2400" b="1" i="0" u="none" strike="noStrike" cap="none">
                <a:solidFill>
                  <a:srgbClr val="434343"/>
                </a:solidFill>
                <a:latin typeface="Ubuntu"/>
                <a:ea typeface="Ubuntu"/>
                <a:cs typeface="Ubuntu"/>
                <a:sym typeface="Ubuntu"/>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7" name="Google Shape;137;p46"/>
          <p:cNvSpPr txBox="1">
            <a:spLocks noGrp="1"/>
          </p:cNvSpPr>
          <p:nvPr>
            <p:ph type="body" idx="1"/>
          </p:nvPr>
        </p:nvSpPr>
        <p:spPr>
          <a:xfrm>
            <a:off x="1685758" y="858250"/>
            <a:ext cx="9693441" cy="249299"/>
          </a:xfrm>
          <a:prstGeom prst="rect">
            <a:avLst/>
          </a:prstGeom>
          <a:noFill/>
          <a:ln>
            <a:noFill/>
          </a:ln>
        </p:spPr>
        <p:txBody>
          <a:bodyPr spcFirstLastPara="1" wrap="square" lIns="91425" tIns="0" rIns="91425"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1" i="0" u="none" strike="noStrike" cap="none">
                <a:solidFill>
                  <a:srgbClr val="434343"/>
                </a:solidFill>
                <a:latin typeface="Ubuntu"/>
                <a:ea typeface="Ubuntu"/>
                <a:cs typeface="Ubuntu"/>
                <a:sym typeface="Ubuntu"/>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8" name="Google Shape;138;p46"/>
          <p:cNvSpPr txBox="1">
            <a:spLocks noGrp="1"/>
          </p:cNvSpPr>
          <p:nvPr>
            <p:ph type="body" idx="2"/>
          </p:nvPr>
        </p:nvSpPr>
        <p:spPr>
          <a:xfrm>
            <a:off x="404980" y="1212217"/>
            <a:ext cx="11412000" cy="5086949"/>
          </a:xfrm>
          <a:prstGeom prst="rect">
            <a:avLst/>
          </a:prstGeom>
          <a:noFill/>
          <a:ln>
            <a:noFill/>
          </a:ln>
        </p:spPr>
        <p:txBody>
          <a:bodyPr spcFirstLastPara="1" wrap="square" lIns="91425" tIns="91425" rIns="91425" bIns="91425" anchor="t" anchorCtr="0">
            <a:noAutofit/>
          </a:bodyPr>
          <a:lstStyle>
            <a:lvl1pPr marL="457200" marR="0" lvl="0" indent="-228600" algn="just" rtl="0">
              <a:lnSpc>
                <a:spcPct val="100000"/>
              </a:lnSpc>
              <a:spcBef>
                <a:spcPts val="600"/>
              </a:spcBef>
              <a:spcAft>
                <a:spcPts val="0"/>
              </a:spcAft>
              <a:buClr>
                <a:srgbClr val="000000"/>
              </a:buClr>
              <a:buSzPts val="1400"/>
              <a:buFont typeface="Arial"/>
              <a:buNone/>
              <a:defRPr sz="1400" b="0" i="0" u="none" strike="noStrike" cap="none">
                <a:solidFill>
                  <a:srgbClr val="434343"/>
                </a:solidFill>
                <a:latin typeface="Ubuntu"/>
                <a:ea typeface="Ubuntu"/>
                <a:cs typeface="Ubuntu"/>
                <a:sym typeface="Ubuntu"/>
              </a:defRPr>
            </a:lvl1pPr>
            <a:lvl2pPr marL="914400" marR="0" lvl="1"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2pPr>
            <a:lvl3pPr marL="1371600" marR="0" lvl="2"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3pPr>
            <a:lvl4pPr marL="1828800" marR="0" lvl="3"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4pPr>
            <a:lvl5pPr marL="2286000" marR="0" lvl="4" indent="-228600" algn="just"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Ubuntu"/>
                <a:ea typeface="Ubuntu"/>
                <a:cs typeface="Ubuntu"/>
                <a:sym typeface="Ubuntu"/>
              </a:defRPr>
            </a:lvl5pPr>
            <a:lvl6pPr marL="2743200" marR="0" lvl="5" indent="-228600" algn="l" rtl="0">
              <a:lnSpc>
                <a:spcPct val="100000"/>
              </a:lnSpc>
              <a:spcBef>
                <a:spcPts val="60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01">
  <p:cSld name="01">
    <p:spTree>
      <p:nvGrpSpPr>
        <p:cNvPr id="1" name="Shape 1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sldNum" idx="12"/>
          </p:nvPr>
        </p:nvSpPr>
        <p:spPr>
          <a:xfrm>
            <a:off x="11296251" y="6217622"/>
            <a:ext cx="731605" cy="524700"/>
          </a:xfrm>
          <a:prstGeom prst="rect">
            <a:avLst/>
          </a:prstGeom>
          <a:noFill/>
          <a:ln>
            <a:noFill/>
          </a:ln>
        </p:spPr>
        <p:txBody>
          <a:bodyPr spcFirstLastPara="1" wrap="square" lIns="121900" tIns="121900" rIns="121900" bIns="121900" anchor="ctr" anchorCtr="0">
            <a:norm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4"/>
          <p:cNvSpPr txBox="1">
            <a:spLocks noGrp="1"/>
          </p:cNvSpPr>
          <p:nvPr>
            <p:ph type="title"/>
          </p:nvPr>
        </p:nvSpPr>
        <p:spPr>
          <a:xfrm>
            <a:off x="9752830" y="960322"/>
            <a:ext cx="1478807" cy="1164448"/>
          </a:xfrm>
          <a:prstGeom prst="rect">
            <a:avLst/>
          </a:prstGeom>
          <a:noFill/>
          <a:ln>
            <a:noFill/>
          </a:ln>
        </p:spPr>
        <p:txBody>
          <a:bodyPr spcFirstLastPara="1" wrap="square" lIns="0" tIns="0" rIns="0" bIns="0" anchor="t" anchorCtr="0">
            <a:normAutofit/>
          </a:bodyPr>
          <a:lstStyle/>
          <a:p>
            <a:pPr marL="0" marR="0" lvl="0" indent="0" algn="r" rtl="0">
              <a:lnSpc>
                <a:spcPct val="90000"/>
              </a:lnSpc>
              <a:spcBef>
                <a:spcPts val="0"/>
              </a:spcBef>
              <a:spcAft>
                <a:spcPts val="0"/>
              </a:spcAft>
              <a:buClr>
                <a:srgbClr val="FFFFFF"/>
              </a:buClr>
              <a:buSzPts val="6500"/>
              <a:buFont typeface="Ubuntu Medium"/>
              <a:buNone/>
            </a:pPr>
            <a:r>
              <a:rPr lang="es-ES"/>
              <a:t>01</a:t>
            </a:r>
            <a:endParaRPr/>
          </a:p>
        </p:txBody>
      </p:sp>
      <p:sp>
        <p:nvSpPr>
          <p:cNvPr id="163" name="Google Shape;163;p4"/>
          <p:cNvSpPr txBox="1">
            <a:spLocks noGrp="1"/>
          </p:cNvSpPr>
          <p:nvPr>
            <p:ph type="title" idx="2"/>
          </p:nvPr>
        </p:nvSpPr>
        <p:spPr>
          <a:xfrm>
            <a:off x="897558" y="3667021"/>
            <a:ext cx="78687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FFFFFF"/>
              </a:buClr>
              <a:buSzPts val="6500"/>
              <a:buFont typeface="Ubuntu Medium"/>
              <a:buNone/>
            </a:pPr>
            <a:r>
              <a:rPr lang="es-ES" sz="5199"/>
              <a:t>Introducción a las bases de datos</a:t>
            </a:r>
            <a:endParaRPr>
              <a:solidFill>
                <a:schemeClr val="accent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Introducción</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524315"/>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a:t>
            </a:r>
            <a:r>
              <a:rPr lang="es-ES" sz="2400" b="1" dirty="0">
                <a:latin typeface="Ubuntu" panose="020B0504030602030204" pitchFamily="34" charset="0"/>
              </a:rPr>
              <a:t>Sistema</a:t>
            </a:r>
            <a:r>
              <a:rPr lang="es-ES" sz="2400" dirty="0">
                <a:latin typeface="Ubuntu" panose="020B0504030602030204" pitchFamily="34" charset="0"/>
              </a:rPr>
              <a:t> organizado para recopilar, almacenar y gestionar </a:t>
            </a:r>
            <a:r>
              <a:rPr lang="es-ES" sz="2400" b="1" dirty="0">
                <a:latin typeface="Ubuntu" panose="020B0504030602030204" pitchFamily="34" charset="0"/>
              </a:rPr>
              <a:t>datos</a:t>
            </a:r>
            <a:r>
              <a:rPr lang="es-ES" sz="2400" dirty="0">
                <a:latin typeface="Ubuntu" panose="020B0504030602030204" pitchFamily="34" charset="0"/>
              </a:rPr>
              <a:t> de manera </a:t>
            </a:r>
            <a:r>
              <a:rPr lang="es-ES" sz="2400" b="1" dirty="0">
                <a:latin typeface="Ubuntu" panose="020B0504030602030204" pitchFamily="34" charset="0"/>
              </a:rPr>
              <a:t>estructurada</a:t>
            </a:r>
            <a:r>
              <a:rPr lang="es-ES" sz="2400" dirty="0">
                <a:latin typeface="Ubuntu" panose="020B0504030602030204" pitchFamily="34" charset="0"/>
              </a:rPr>
              <a:t> permitiendo su recuperación y actualización”</a:t>
            </a:r>
          </a:p>
          <a:p>
            <a:pPr marL="285750" indent="-285750">
              <a:buFont typeface="Arial" panose="020B0604020202020204" pitchFamily="34" charset="0"/>
              <a:buChar char="•"/>
            </a:pPr>
            <a:r>
              <a:rPr lang="es-ES" sz="2400" dirty="0">
                <a:latin typeface="Ubuntu" panose="020B0504030602030204" pitchFamily="34" charset="0"/>
              </a:rPr>
              <a:t>“Conjunto de información </a:t>
            </a:r>
            <a:r>
              <a:rPr lang="es-ES" sz="2400" b="1" dirty="0">
                <a:latin typeface="Ubuntu" panose="020B0504030602030204" pitchFamily="34" charset="0"/>
              </a:rPr>
              <a:t>relacionada</a:t>
            </a:r>
            <a:r>
              <a:rPr lang="es-ES" sz="2400" dirty="0">
                <a:latin typeface="Ubuntu" panose="020B0504030602030204" pitchFamily="34" charset="0"/>
              </a:rPr>
              <a:t> que se organiza de manera que sea fácil de </a:t>
            </a:r>
            <a:r>
              <a:rPr lang="es-ES" sz="2400" b="1" dirty="0">
                <a:latin typeface="Ubuntu" panose="020B0504030602030204" pitchFamily="34" charset="0"/>
              </a:rPr>
              <a:t>acceder</a:t>
            </a:r>
            <a:r>
              <a:rPr lang="es-ES" sz="2400" dirty="0">
                <a:latin typeface="Ubuntu" panose="020B0504030602030204" pitchFamily="34" charset="0"/>
              </a:rPr>
              <a:t>, </a:t>
            </a:r>
            <a:r>
              <a:rPr lang="es-ES" sz="2400" b="1" dirty="0">
                <a:latin typeface="Ubuntu" panose="020B0504030602030204" pitchFamily="34" charset="0"/>
              </a:rPr>
              <a:t>administrar</a:t>
            </a:r>
            <a:r>
              <a:rPr lang="es-ES" sz="2400" dirty="0">
                <a:latin typeface="Ubuntu" panose="020B0504030602030204" pitchFamily="34" charset="0"/>
              </a:rPr>
              <a:t> y </a:t>
            </a:r>
            <a:r>
              <a:rPr lang="es-ES" sz="2400" b="1" dirty="0">
                <a:latin typeface="Ubuntu" panose="020B0504030602030204" pitchFamily="34" charset="0"/>
              </a:rPr>
              <a:t>actualizar</a:t>
            </a:r>
            <a:r>
              <a:rPr lang="es-ES" sz="2400" dirty="0">
                <a:latin typeface="Ubuntu" panose="020B0504030602030204" pitchFamily="34" charset="0"/>
              </a:rPr>
              <a:t>.”</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Mucho énfasis en la organización de los datos</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Su modelo debe reflejar el </a:t>
            </a:r>
            <a:r>
              <a:rPr lang="es-ES" sz="2400" b="1" dirty="0">
                <a:latin typeface="Ubuntu" panose="020B0504030602030204" pitchFamily="34" charset="0"/>
              </a:rPr>
              <a:t>mayor significado posible</a:t>
            </a:r>
            <a:r>
              <a:rPr lang="es-ES" sz="2400" dirty="0">
                <a:latin typeface="Ubuntu" panose="020B0504030602030204" pitchFamily="34" charset="0"/>
              </a:rPr>
              <a:t> (las relaciones entre los datos deben tener el </a:t>
            </a:r>
            <a:r>
              <a:rPr lang="es-ES" sz="2400" b="1" dirty="0">
                <a:latin typeface="Ubuntu" panose="020B0504030602030204" pitchFamily="34" charset="0"/>
              </a:rPr>
              <a:t>máximo sentido semántico</a:t>
            </a:r>
            <a:r>
              <a:rPr lang="es-ES" sz="2400" dirty="0">
                <a:latin typeface="Ubuntu" panose="020B0504030602030204" pitchFamily="34" charset="0"/>
              </a:rPr>
              <a:t> en sí mismas).</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r>
              <a:rPr lang="es-ES" sz="2400" dirty="0">
                <a:latin typeface="Ubuntu" panose="020B0504030602030204" pitchFamily="34" charset="0"/>
              </a:rPr>
              <a:t>Usan </a:t>
            </a:r>
            <a:r>
              <a:rPr lang="es-ES" sz="2400" b="1" dirty="0">
                <a:latin typeface="Ubuntu" panose="020B0504030602030204" pitchFamily="34" charset="0"/>
              </a:rPr>
              <a:t>Sistemas de Administración de Bases de Datos</a:t>
            </a:r>
            <a:r>
              <a:rPr lang="es-ES" sz="2400" dirty="0">
                <a:latin typeface="Ubuntu" panose="020B0504030602030204" pitchFamily="34" charset="0"/>
              </a:rPr>
              <a:t> (DBMS)</a:t>
            </a:r>
          </a:p>
        </p:txBody>
      </p:sp>
    </p:spTree>
    <p:extLst>
      <p:ext uri="{BB962C8B-B14F-4D97-AF65-F5344CB8AC3E}">
        <p14:creationId xmlns:p14="http://schemas.microsoft.com/office/powerpoint/2010/main" val="2467412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Tipos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5262979"/>
          </a:xfrm>
          <a:prstGeom prst="rect">
            <a:avLst/>
          </a:prstGeom>
          <a:noFill/>
        </p:spPr>
        <p:txBody>
          <a:bodyPr wrap="square" rtlCol="0">
            <a:spAutoFit/>
          </a:bodyPr>
          <a:lstStyle/>
          <a:p>
            <a:r>
              <a:rPr lang="es-ES" sz="2400" dirty="0">
                <a:latin typeface="Ubuntu" panose="020B0504030602030204" pitchFamily="34" charset="0"/>
              </a:rPr>
              <a:t>Según cómo se trabaja con ellas:</a:t>
            </a:r>
          </a:p>
          <a:p>
            <a:pPr marL="342900" indent="-342900">
              <a:buFont typeface="Arial" panose="020B0604020202020204" pitchFamily="34" charset="0"/>
              <a:buChar char="•"/>
            </a:pPr>
            <a:r>
              <a:rPr lang="es-ES" sz="2400" b="1" dirty="0">
                <a:latin typeface="Ubuntu" panose="020B0504030602030204" pitchFamily="34" charset="0"/>
              </a:rPr>
              <a:t>Estáticas</a:t>
            </a:r>
            <a:r>
              <a:rPr lang="es-ES" sz="2400" dirty="0">
                <a:latin typeface="Ubuntu" panose="020B0504030602030204" pitchFamily="34" charset="0"/>
              </a:rPr>
              <a:t>: Centradas en lectura (almacenamiento de datos históricos).</a:t>
            </a:r>
          </a:p>
          <a:p>
            <a:pPr marL="342900" indent="-342900">
              <a:buFont typeface="Arial" panose="020B0604020202020204" pitchFamily="34" charset="0"/>
              <a:buChar char="•"/>
            </a:pPr>
            <a:r>
              <a:rPr lang="es-ES" sz="2400" b="1" dirty="0">
                <a:latin typeface="Ubuntu" panose="020B0504030602030204" pitchFamily="34" charset="0"/>
              </a:rPr>
              <a:t>Dinámicas</a:t>
            </a:r>
            <a:r>
              <a:rPr lang="es-ES" sz="2400" dirty="0">
                <a:latin typeface="Ubuntu" panose="020B0504030602030204" pitchFamily="34" charset="0"/>
              </a:rPr>
              <a:t>: Centradas en lectura y escritura (operaciones de actualización, borrado y edición de datos, además de consulta).</a:t>
            </a:r>
          </a:p>
          <a:p>
            <a:pPr marL="342900" indent="-342900">
              <a:buFont typeface="Arial" panose="020B0604020202020204" pitchFamily="34" charset="0"/>
              <a:buChar char="•"/>
            </a:pPr>
            <a:endParaRPr lang="es-ES" sz="2400" b="1" dirty="0">
              <a:latin typeface="Ubuntu" panose="020B0504030602030204" pitchFamily="34" charset="0"/>
            </a:endParaRPr>
          </a:p>
          <a:p>
            <a:r>
              <a:rPr lang="es-ES" sz="2400" dirty="0">
                <a:latin typeface="Ubuntu" panose="020B0504030602030204" pitchFamily="34" charset="0"/>
              </a:rPr>
              <a:t>Según su contenido:</a:t>
            </a:r>
          </a:p>
          <a:p>
            <a:pPr marL="342900" indent="-342900">
              <a:buFont typeface="Arial" panose="020B0604020202020204" pitchFamily="34" charset="0"/>
              <a:buChar char="•"/>
            </a:pPr>
            <a:r>
              <a:rPr lang="es-ES" sz="2400" b="1" dirty="0">
                <a:latin typeface="Ubuntu" panose="020B0504030602030204" pitchFamily="34" charset="0"/>
              </a:rPr>
              <a:t>Bibliográficas</a:t>
            </a:r>
            <a:r>
              <a:rPr lang="es-ES" sz="2400" dirty="0">
                <a:latin typeface="Ubuntu" panose="020B0504030602030204" pitchFamily="34" charset="0"/>
              </a:rPr>
              <a:t>: Con representante de la fuente primaria (resumen del texto completo).</a:t>
            </a:r>
          </a:p>
          <a:p>
            <a:pPr marL="342900" indent="-342900">
              <a:buFont typeface="Arial" panose="020B0604020202020204" pitchFamily="34" charset="0"/>
              <a:buChar char="•"/>
            </a:pPr>
            <a:r>
              <a:rPr lang="es-ES" sz="2400" b="1" dirty="0">
                <a:latin typeface="Ubuntu" panose="020B0504030602030204" pitchFamily="34" charset="0"/>
              </a:rPr>
              <a:t>Texto completo</a:t>
            </a:r>
            <a:r>
              <a:rPr lang="es-ES" sz="2400" dirty="0">
                <a:latin typeface="Ubuntu" panose="020B0504030602030204" pitchFamily="34" charset="0"/>
              </a:rPr>
              <a:t>: Almacenan la fuente primaria.</a:t>
            </a:r>
          </a:p>
          <a:p>
            <a:pPr marL="342900" indent="-342900">
              <a:buFont typeface="Arial" panose="020B0604020202020204" pitchFamily="34" charset="0"/>
              <a:buChar char="•"/>
            </a:pPr>
            <a:r>
              <a:rPr lang="es-ES" sz="2400" b="1" dirty="0">
                <a:latin typeface="Ubuntu" panose="020B0504030602030204" pitchFamily="34" charset="0"/>
              </a:rPr>
              <a:t>Directorio</a:t>
            </a:r>
            <a:r>
              <a:rPr lang="es-ES" sz="2400" dirty="0">
                <a:latin typeface="Ubuntu" panose="020B0504030602030204" pitchFamily="34" charset="0"/>
              </a:rPr>
              <a:t>: Prohibida la búsqueda inversa por LOPD (No se puede saber el titular de la línea a partir del teléfono).</a:t>
            </a:r>
          </a:p>
          <a:p>
            <a:pPr marL="342900" indent="-342900">
              <a:buFont typeface="Arial" panose="020B0604020202020204" pitchFamily="34" charset="0"/>
              <a:buChar char="•"/>
            </a:pPr>
            <a:r>
              <a:rPr lang="es-ES" sz="2400" b="1" dirty="0">
                <a:latin typeface="Ubuntu" panose="020B0504030602030204" pitchFamily="34" charset="0"/>
              </a:rPr>
              <a:t>Bibliotecas de información química o biológica</a:t>
            </a:r>
            <a:r>
              <a:rPr lang="es-ES" sz="2400" dirty="0">
                <a:latin typeface="Ubuntu" panose="020B0504030602030204" pitchFamily="34" charset="0"/>
              </a:rPr>
              <a:t>: Almacenan datos especiales (secuencias de nucleótidos, rutas metabólicas, estructuras 3D de biomoléculas, etc.)</a:t>
            </a:r>
            <a:endParaRPr lang="es-ES" sz="2400" b="1" dirty="0">
              <a:latin typeface="Ubuntu" panose="020B0504030602030204" pitchFamily="34" charset="0"/>
            </a:endParaRPr>
          </a:p>
        </p:txBody>
      </p:sp>
    </p:spTree>
    <p:extLst>
      <p:ext uri="{BB962C8B-B14F-4D97-AF65-F5344CB8AC3E}">
        <p14:creationId xmlns:p14="http://schemas.microsoft.com/office/powerpoint/2010/main" val="366709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Historia y Evolución</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985980"/>
          </a:xfrm>
          <a:prstGeom prst="rect">
            <a:avLst/>
          </a:prstGeom>
          <a:noFill/>
        </p:spPr>
        <p:txBody>
          <a:bodyPr wrap="square" rtlCol="0">
            <a:spAutoFit/>
          </a:bodyPr>
          <a:lstStyle/>
          <a:p>
            <a:pPr marL="285750" indent="-285750">
              <a:buFont typeface="Arial" panose="020B0604020202020204" pitchFamily="34" charset="0"/>
              <a:buChar char="•"/>
            </a:pPr>
            <a:r>
              <a:rPr lang="es-ES" sz="2400" b="1" dirty="0">
                <a:latin typeface="Ubuntu" panose="020B0504030602030204" pitchFamily="34" charset="0"/>
              </a:rPr>
              <a:t>Era Navegacional</a:t>
            </a:r>
          </a:p>
          <a:p>
            <a:pPr marL="285750" indent="-285750">
              <a:buFont typeface="Arial" panose="020B0604020202020204" pitchFamily="34" charset="0"/>
              <a:buChar char="•"/>
            </a:pPr>
            <a:r>
              <a:rPr lang="es-ES" sz="1800" dirty="0">
                <a:latin typeface="Ubuntu" panose="020B0504030602030204" pitchFamily="34" charset="0"/>
              </a:rPr>
              <a:t>Uso de punteros a direcciones físicas en disco para relaciones entre registros</a:t>
            </a:r>
          </a:p>
          <a:p>
            <a:pPr marL="285750" indent="-285750">
              <a:buFont typeface="Arial" panose="020B0604020202020204" pitchFamily="34" charset="0"/>
              <a:buChar char="•"/>
            </a:pPr>
            <a:r>
              <a:rPr lang="es-ES" sz="1800" dirty="0">
                <a:latin typeface="Ubuntu" panose="020B0504030602030204" pitchFamily="34" charset="0"/>
              </a:rPr>
              <a:t>Modelos jerárquico, CODASYL, etcétera</a:t>
            </a:r>
          </a:p>
          <a:p>
            <a:pPr marL="285750" indent="-285750">
              <a:buFont typeface="Arial" panose="020B0604020202020204" pitchFamily="34" charset="0"/>
              <a:buChar char="•"/>
            </a:pPr>
            <a:r>
              <a:rPr lang="es-ES" sz="2400" b="1" dirty="0">
                <a:latin typeface="Ubuntu" panose="020B0504030602030204" pitchFamily="34" charset="0"/>
              </a:rPr>
              <a:t>Era Relacional</a:t>
            </a:r>
          </a:p>
          <a:p>
            <a:pPr marL="285750" indent="-285750">
              <a:buFont typeface="Arial" panose="020B0604020202020204" pitchFamily="34" charset="0"/>
              <a:buChar char="•"/>
            </a:pPr>
            <a:r>
              <a:rPr lang="es-ES" sz="1800" dirty="0">
                <a:latin typeface="Ubuntu" panose="020B0504030602030204" pitchFamily="34" charset="0"/>
              </a:rPr>
              <a:t>Basado en el </a:t>
            </a:r>
            <a:r>
              <a:rPr lang="es-ES" sz="1800" b="1" dirty="0">
                <a:latin typeface="Ubuntu" panose="020B0504030602030204" pitchFamily="34" charset="0"/>
              </a:rPr>
              <a:t>modelo relacional</a:t>
            </a:r>
            <a:r>
              <a:rPr lang="es-ES" sz="1800" dirty="0">
                <a:latin typeface="Ubuntu" panose="020B0504030602030204" pitchFamily="34" charset="0"/>
              </a:rPr>
              <a:t>, propuesto en 1970 por E.F. Codd</a:t>
            </a:r>
          </a:p>
          <a:p>
            <a:pPr marL="285750" indent="-285750">
              <a:buFont typeface="Arial" panose="020B0604020202020204" pitchFamily="34" charset="0"/>
              <a:buChar char="•"/>
            </a:pPr>
            <a:r>
              <a:rPr lang="es-ES" sz="1800" dirty="0">
                <a:latin typeface="Ubuntu" panose="020B0504030602030204" pitchFamily="34" charset="0"/>
              </a:rPr>
              <a:t>Insiste en que las aplicaciones de bases de datos busquen sus datos por </a:t>
            </a:r>
            <a:r>
              <a:rPr lang="es-ES" sz="1800" b="1" dirty="0">
                <a:latin typeface="Ubuntu" panose="020B0504030602030204" pitchFamily="34" charset="0"/>
              </a:rPr>
              <a:t>contenido</a:t>
            </a:r>
            <a:r>
              <a:rPr lang="es-ES" sz="1800" dirty="0">
                <a:latin typeface="Ubuntu" panose="020B0504030602030204" pitchFamily="34" charset="0"/>
              </a:rPr>
              <a:t>, no por enlace.</a:t>
            </a:r>
          </a:p>
          <a:p>
            <a:pPr marL="285750" indent="-285750">
              <a:buFont typeface="Arial" panose="020B0604020202020204" pitchFamily="34" charset="0"/>
              <a:buChar char="•"/>
            </a:pPr>
            <a:r>
              <a:rPr lang="es-ES" sz="1800" dirty="0">
                <a:latin typeface="Ubuntu" panose="020B0504030602030204" pitchFamily="34" charset="0"/>
              </a:rPr>
              <a:t>Gran despliegue en los años 80 por mejoras en informática</a:t>
            </a:r>
          </a:p>
          <a:p>
            <a:pPr marL="285750" indent="-285750">
              <a:buFont typeface="Arial" panose="020B0604020202020204" pitchFamily="34" charset="0"/>
              <a:buChar char="•"/>
            </a:pPr>
            <a:r>
              <a:rPr lang="es-ES" sz="1800" dirty="0">
                <a:latin typeface="Ubuntu" panose="020B0504030602030204" pitchFamily="34" charset="0"/>
              </a:rPr>
              <a:t>Dominio completo del panorama de las bases de datos de los años 90 en adelante</a:t>
            </a:r>
          </a:p>
          <a:p>
            <a:pPr marL="285750" indent="-285750">
              <a:buFont typeface="Arial" panose="020B0604020202020204" pitchFamily="34" charset="0"/>
              <a:buChar char="•"/>
            </a:pPr>
            <a:r>
              <a:rPr lang="es-ES" sz="1800" dirty="0">
                <a:latin typeface="Ubuntu" panose="020B0504030602030204" pitchFamily="34" charset="0"/>
              </a:rPr>
              <a:t>Lenguaje SQL el </a:t>
            </a:r>
            <a:r>
              <a:rPr lang="es-ES" sz="1800" b="1" dirty="0">
                <a:latin typeface="Ubuntu" panose="020B0504030602030204" pitchFamily="34" charset="0"/>
              </a:rPr>
              <a:t>estándar</a:t>
            </a:r>
          </a:p>
          <a:p>
            <a:pPr marL="285750" indent="-285750">
              <a:buFont typeface="Arial" panose="020B0604020202020204" pitchFamily="34" charset="0"/>
              <a:buChar char="•"/>
            </a:pPr>
            <a:r>
              <a:rPr lang="es-ES" sz="2400" b="1" dirty="0">
                <a:latin typeface="Ubuntu" panose="020B0504030602030204" pitchFamily="34" charset="0"/>
              </a:rPr>
              <a:t>Era Post-Relacional</a:t>
            </a:r>
          </a:p>
          <a:p>
            <a:pPr marL="285750" indent="-285750">
              <a:buFont typeface="Arial" panose="020B0604020202020204" pitchFamily="34" charset="0"/>
              <a:buChar char="•"/>
            </a:pPr>
            <a:r>
              <a:rPr lang="es-ES" sz="1800" dirty="0">
                <a:latin typeface="Ubuntu" panose="020B0504030602030204" pitchFamily="34" charset="0"/>
              </a:rPr>
              <a:t>Primera generación: Bases de datos de objetos, años 80 (Adaptación de impedancias objeto-relacional: problemas con el mapeo entre sistemas relacionales y objetos)</a:t>
            </a:r>
          </a:p>
          <a:p>
            <a:pPr marL="285750" indent="-285750">
              <a:buFont typeface="Arial" panose="020B0604020202020204" pitchFamily="34" charset="0"/>
              <a:buChar char="•"/>
            </a:pPr>
            <a:r>
              <a:rPr lang="es-ES" sz="1800" dirty="0">
                <a:latin typeface="Ubuntu" panose="020B0504030602030204" pitchFamily="34" charset="0"/>
              </a:rPr>
              <a:t>Siguiente generación: Finales de los 2000 “NoSQL” – clave-valor, documentos</a:t>
            </a:r>
          </a:p>
          <a:p>
            <a:pPr marL="285750" indent="-285750">
              <a:buFont typeface="Arial" panose="020B0604020202020204" pitchFamily="34" charset="0"/>
              <a:buChar char="•"/>
            </a:pPr>
            <a:r>
              <a:rPr lang="es-ES" sz="2400" dirty="0">
                <a:latin typeface="Ubuntu" panose="020B0504030602030204" pitchFamily="34" charset="0"/>
              </a:rPr>
              <a:t>Hoy en día “</a:t>
            </a:r>
            <a:r>
              <a:rPr lang="es-ES" sz="2400" dirty="0" err="1">
                <a:latin typeface="Ubuntu" panose="020B0504030602030204" pitchFamily="34" charset="0"/>
              </a:rPr>
              <a:t>NewSQL</a:t>
            </a:r>
            <a:r>
              <a:rPr lang="es-ES" sz="2400" dirty="0">
                <a:latin typeface="Ubuntu" panose="020B0504030602030204" pitchFamily="34" charset="0"/>
              </a:rPr>
              <a:t>”</a:t>
            </a:r>
          </a:p>
          <a:p>
            <a:pPr marL="285750" indent="-285750">
              <a:buFont typeface="Arial" panose="020B0604020202020204" pitchFamily="34" charset="0"/>
              <a:buChar char="•"/>
            </a:pPr>
            <a:r>
              <a:rPr lang="es-ES" sz="1800" dirty="0">
                <a:latin typeface="Ubuntu" panose="020B0504030602030204" pitchFamily="34" charset="0"/>
              </a:rPr>
              <a:t>Intento de mantener modelo relacional consiguiendo el rendimiento de NoSQL.</a:t>
            </a:r>
          </a:p>
        </p:txBody>
      </p:sp>
    </p:spTree>
    <p:extLst>
      <p:ext uri="{BB962C8B-B14F-4D97-AF65-F5344CB8AC3E}">
        <p14:creationId xmlns:p14="http://schemas.microsoft.com/office/powerpoint/2010/main" val="3594287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Importancia de las bases de datos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2677656"/>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Facilitan la gestión de grandes volúmenes de datos</a:t>
            </a:r>
          </a:p>
          <a:p>
            <a:pPr marL="285750" indent="-285750">
              <a:buFont typeface="Arial" panose="020B0604020202020204" pitchFamily="34" charset="0"/>
              <a:buChar char="•"/>
            </a:pPr>
            <a:r>
              <a:rPr lang="es-ES" sz="2400" dirty="0">
                <a:latin typeface="Ubuntu" panose="020B0504030602030204" pitchFamily="34" charset="0"/>
              </a:rPr>
              <a:t>Mejoran la eficiencia en el acceso y búsqueda de información</a:t>
            </a:r>
          </a:p>
          <a:p>
            <a:pPr marL="285750" indent="-285750">
              <a:buFont typeface="Arial" panose="020B0604020202020204" pitchFamily="34" charset="0"/>
              <a:buChar char="•"/>
            </a:pPr>
            <a:r>
              <a:rPr lang="es-ES" sz="2400" dirty="0">
                <a:latin typeface="Ubuntu" panose="020B0504030602030204" pitchFamily="34" charset="0"/>
              </a:rPr>
              <a:t>Facilitan la toma de decisiones y el análisis de datos</a:t>
            </a:r>
          </a:p>
          <a:p>
            <a:pPr marL="285750" indent="-285750">
              <a:buFont typeface="Arial" panose="020B0604020202020204" pitchFamily="34" charset="0"/>
              <a:buChar char="•"/>
            </a:pPr>
            <a:endParaRPr lang="es-ES" sz="2400" dirty="0">
              <a:latin typeface="Ubuntu" panose="020B0504030602030204" pitchFamily="34" charset="0"/>
            </a:endParaRPr>
          </a:p>
          <a:p>
            <a:pPr marL="285750" indent="-28575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En resumen: Es más fácil buscar en una pila de datos organizada que en una desorganizada.</a:t>
            </a:r>
          </a:p>
        </p:txBody>
      </p:sp>
    </p:spTree>
    <p:extLst>
      <p:ext uri="{BB962C8B-B14F-4D97-AF65-F5344CB8AC3E}">
        <p14:creationId xmlns:p14="http://schemas.microsoft.com/office/powerpoint/2010/main" val="4099823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Estructura</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046988"/>
          </a:xfrm>
          <a:prstGeom prst="rect">
            <a:avLst/>
          </a:prstGeom>
          <a:noFill/>
        </p:spPr>
        <p:txBody>
          <a:bodyPr wrap="square" rtlCol="0">
            <a:spAutoFit/>
          </a:bodyPr>
          <a:lstStyle/>
          <a:p>
            <a:pPr marL="285750" indent="-285750">
              <a:buFont typeface="Arial" panose="020B0604020202020204" pitchFamily="34" charset="0"/>
              <a:buChar char="•"/>
            </a:pPr>
            <a:r>
              <a:rPr lang="es-ES" sz="2400" b="1" dirty="0">
                <a:latin typeface="Ubuntu" panose="020B0504030602030204" pitchFamily="34" charset="0"/>
              </a:rPr>
              <a:t>Tabla</a:t>
            </a:r>
            <a:r>
              <a:rPr lang="es-ES" sz="2400" dirty="0">
                <a:latin typeface="Ubuntu" panose="020B0504030602030204" pitchFamily="34" charset="0"/>
              </a:rPr>
              <a:t>: Estructura en cuadrícula que organiza los datos en filas y columnas. Representa un conjunto de datos relacionados.</a:t>
            </a:r>
          </a:p>
          <a:p>
            <a:pPr marL="285750" indent="-285750">
              <a:buFont typeface="Arial" panose="020B0604020202020204" pitchFamily="34" charset="0"/>
              <a:buChar char="•"/>
            </a:pPr>
            <a:r>
              <a:rPr lang="es-ES" sz="2400" b="1" dirty="0">
                <a:latin typeface="Ubuntu" panose="020B0504030602030204" pitchFamily="34" charset="0"/>
              </a:rPr>
              <a:t>Fila</a:t>
            </a:r>
            <a:r>
              <a:rPr lang="es-ES" sz="2400" dirty="0">
                <a:latin typeface="Ubuntu" panose="020B0504030602030204" pitchFamily="34" charset="0"/>
              </a:rPr>
              <a:t> (Registro): Entrada individual en una tabla con datos específicos relacionados entre sí. Representa una entidad única en la base de datos, contiene valores para cada columna de la tabla.</a:t>
            </a:r>
          </a:p>
          <a:p>
            <a:pPr marL="285750" indent="-285750">
              <a:buFont typeface="Arial" panose="020B0604020202020204" pitchFamily="34" charset="0"/>
              <a:buChar char="•"/>
            </a:pPr>
            <a:r>
              <a:rPr lang="es-ES" sz="2400" b="1" dirty="0">
                <a:latin typeface="Ubuntu" panose="020B0504030602030204" pitchFamily="34" charset="0"/>
              </a:rPr>
              <a:t>Columna </a:t>
            </a:r>
            <a:r>
              <a:rPr lang="es-ES" sz="2400" dirty="0">
                <a:latin typeface="Ubuntu" panose="020B0504030602030204" pitchFamily="34" charset="0"/>
              </a:rPr>
              <a:t>(Campo): Estructura vertical que define un atributo o característica particular de los datos. Con nombre único y tipo de dato definido (número, texto, fecha, etc.)</a:t>
            </a:r>
            <a:endParaRPr lang="es-ES" sz="2400" b="1" dirty="0">
              <a:latin typeface="Ubuntu" panose="020B0504030602030204" pitchFamily="34" charset="0"/>
            </a:endParaRPr>
          </a:p>
        </p:txBody>
      </p:sp>
    </p:spTree>
    <p:extLst>
      <p:ext uri="{BB962C8B-B14F-4D97-AF65-F5344CB8AC3E}">
        <p14:creationId xmlns:p14="http://schemas.microsoft.com/office/powerpoint/2010/main" val="2460528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Modelo de datos jerárquico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785652"/>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Estructura tipo árbol: parte de un elemento raíz, con los registros del mismo nivel clasificados en un orden específico.</a:t>
            </a:r>
          </a:p>
          <a:p>
            <a:pPr marL="285750" indent="-285750">
              <a:buFont typeface="Arial" panose="020B0604020202020204" pitchFamily="34" charset="0"/>
              <a:buChar char="•"/>
            </a:pPr>
            <a:r>
              <a:rPr lang="es-ES" sz="2400" dirty="0">
                <a:latin typeface="Ubuntu" panose="020B0504030602030204" pitchFamily="34" charset="0"/>
              </a:rPr>
              <a:t>Muy útil para datos con relaciones “</a:t>
            </a:r>
            <a:r>
              <a:rPr lang="es-ES" sz="2400" b="1" dirty="0">
                <a:latin typeface="Ubuntu" panose="020B0504030602030204" pitchFamily="34" charset="0"/>
              </a:rPr>
              <a:t>uno a muchos</a:t>
            </a:r>
            <a:r>
              <a:rPr lang="es-ES" sz="2400" dirty="0">
                <a:latin typeface="Ubuntu" panose="020B0504030602030204" pitchFamily="34" charset="0"/>
              </a:rPr>
              <a:t>”.</a:t>
            </a:r>
          </a:p>
          <a:p>
            <a:pPr marL="285750" indent="-285750">
              <a:buFont typeface="Arial" panose="020B0604020202020204" pitchFamily="34" charset="0"/>
              <a:buChar char="•"/>
            </a:pPr>
            <a:r>
              <a:rPr lang="es-ES" sz="2400" dirty="0">
                <a:latin typeface="Ubuntu" panose="020B0504030602030204" pitchFamily="34" charset="0"/>
              </a:rPr>
              <a:t>Modelo complejo de manejar.</a:t>
            </a:r>
          </a:p>
          <a:p>
            <a:pPr marL="285750" indent="-285750">
              <a:buFont typeface="Arial" panose="020B0604020202020204" pitchFamily="34" charset="0"/>
              <a:buChar char="•"/>
            </a:pPr>
            <a:r>
              <a:rPr lang="es-ES" sz="2400" dirty="0">
                <a:latin typeface="Ubuntu" panose="020B0504030602030204" pitchFamily="34" charset="0"/>
              </a:rPr>
              <a:t>Visto principalmente en IBM años 60-70.</a:t>
            </a:r>
          </a:p>
          <a:p>
            <a:pPr marL="285750" indent="-285750">
              <a:buFont typeface="Arial" panose="020B0604020202020204" pitchFamily="34" charset="0"/>
              <a:buChar char="•"/>
            </a:pPr>
            <a:r>
              <a:rPr lang="es-ES" sz="2400" dirty="0">
                <a:latin typeface="Ubuntu" panose="020B0504030602030204" pitchFamily="34" charset="0"/>
              </a:rPr>
              <a:t>Operativamente ineficiente.</a:t>
            </a:r>
          </a:p>
          <a:p>
            <a:pPr marL="285750" indent="-285750">
              <a:buFont typeface="Arial" panose="020B0604020202020204" pitchFamily="34" charset="0"/>
              <a:buChar char="•"/>
            </a:pPr>
            <a:r>
              <a:rPr lang="es-ES" sz="2400" dirty="0">
                <a:latin typeface="Ubuntu" panose="020B0504030602030204" pitchFamily="34" charset="0"/>
              </a:rPr>
              <a:t>Estructura actual de los documentos XML.</a:t>
            </a:r>
          </a:p>
          <a:p>
            <a:pPr marL="285750" indent="-28575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Ejemplo: Una biblioteca (Cada sección contiene una o más estanterías, cada estantería uno o más estantes, cada estante uno o más libros).</a:t>
            </a:r>
          </a:p>
        </p:txBody>
      </p:sp>
    </p:spTree>
    <p:extLst>
      <p:ext uri="{BB962C8B-B14F-4D97-AF65-F5344CB8AC3E}">
        <p14:creationId xmlns:p14="http://schemas.microsoft.com/office/powerpoint/2010/main" val="1673069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Modelo de red / CODASYL</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893647"/>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Basado en el modelo jerárquico con el añadido de permitir relaciones de </a:t>
            </a:r>
            <a:r>
              <a:rPr lang="es-ES" sz="2400" b="1" dirty="0">
                <a:latin typeface="Ubuntu" panose="020B0504030602030204" pitchFamily="34" charset="0"/>
              </a:rPr>
              <a:t>muchos a muchos</a:t>
            </a:r>
            <a:r>
              <a:rPr lang="es-ES" sz="2400" dirty="0">
                <a:latin typeface="Ubuntu" panose="020B0504030602030204" pitchFamily="34" charset="0"/>
              </a:rPr>
              <a:t>.</a:t>
            </a:r>
          </a:p>
          <a:p>
            <a:pPr marL="285750" indent="-285750">
              <a:buFont typeface="Arial" panose="020B0604020202020204" pitchFamily="34" charset="0"/>
              <a:buChar char="•"/>
            </a:pPr>
            <a:r>
              <a:rPr lang="es-ES" sz="2400" dirty="0">
                <a:latin typeface="Ubuntu" panose="020B0504030602030204" pitchFamily="34" charset="0"/>
              </a:rPr>
              <a:t>Consiste en una red de nodos interconectados (mayor flexibilidad en relaciones complejas).</a:t>
            </a:r>
          </a:p>
          <a:p>
            <a:pPr marL="285750" indent="-285750" algn="just">
              <a:buFont typeface="Arial" panose="020B0604020202020204" pitchFamily="34" charset="0"/>
              <a:buChar char="•"/>
            </a:pPr>
            <a:r>
              <a:rPr lang="es-ES" sz="2400" dirty="0">
                <a:latin typeface="Ubuntu" panose="020B0504030602030204" pitchFamily="34" charset="0"/>
              </a:rPr>
              <a:t>Teoría de conjuntos: cada conjunto tiene un </a:t>
            </a:r>
            <a:r>
              <a:rPr lang="es-ES" sz="2400" b="1" dirty="0">
                <a:latin typeface="Ubuntu" panose="020B0504030602030204" pitchFamily="34" charset="0"/>
              </a:rPr>
              <a:t>registro principal</a:t>
            </a:r>
            <a:r>
              <a:rPr lang="es-ES" sz="2400" dirty="0">
                <a:latin typeface="Ubuntu" panose="020B0504030602030204" pitchFamily="34" charset="0"/>
              </a:rPr>
              <a:t> y varios </a:t>
            </a:r>
            <a:r>
              <a:rPr lang="es-ES" sz="2400" b="1" dirty="0">
                <a:latin typeface="Ubuntu" panose="020B0504030602030204" pitchFamily="34" charset="0"/>
              </a:rPr>
              <a:t>registros secundarios</a:t>
            </a:r>
            <a:r>
              <a:rPr lang="es-ES" sz="2400" dirty="0">
                <a:latin typeface="Ubuntu" panose="020B0504030602030204" pitchFamily="34" charset="0"/>
              </a:rPr>
              <a:t>, y cada registro puede ser secundario en varios conjuntos pero principal solo en uno.</a:t>
            </a:r>
          </a:p>
          <a:p>
            <a:pPr marL="285750" indent="-285750" algn="just">
              <a:buFont typeface="Arial" panose="020B0604020202020204" pitchFamily="34" charset="0"/>
              <a:buChar char="•"/>
            </a:pPr>
            <a:r>
              <a:rPr lang="es-ES" sz="2400" dirty="0">
                <a:latin typeface="Ubuntu" panose="020B0504030602030204" pitchFamily="34" charset="0"/>
              </a:rPr>
              <a:t>Popular en los años 70 tras ser definido en la CODASYL (</a:t>
            </a:r>
            <a:r>
              <a:rPr lang="es-ES" sz="2400" dirty="0" err="1">
                <a:latin typeface="Ubuntu" panose="020B0504030602030204" pitchFamily="34" charset="0"/>
              </a:rPr>
              <a:t>Conference</a:t>
            </a:r>
            <a:r>
              <a:rPr lang="es-ES" sz="2400" dirty="0">
                <a:latin typeface="Ubuntu" panose="020B0504030602030204" pitchFamily="34" charset="0"/>
              </a:rPr>
              <a:t> </a:t>
            </a:r>
            <a:r>
              <a:rPr lang="es-ES" sz="2400" dirty="0" err="1">
                <a:latin typeface="Ubuntu" panose="020B0504030602030204" pitchFamily="34" charset="0"/>
              </a:rPr>
              <a:t>on</a:t>
            </a:r>
            <a:r>
              <a:rPr lang="es-ES" sz="2400" dirty="0">
                <a:latin typeface="Ubuntu" panose="020B0504030602030204" pitchFamily="34" charset="0"/>
              </a:rPr>
              <a:t> Data </a:t>
            </a:r>
            <a:r>
              <a:rPr lang="es-ES" sz="2400" dirty="0" err="1">
                <a:latin typeface="Ubuntu" panose="020B0504030602030204" pitchFamily="34" charset="0"/>
              </a:rPr>
              <a:t>System</a:t>
            </a:r>
            <a:r>
              <a:rPr lang="es-ES" sz="2400" dirty="0">
                <a:latin typeface="Ubuntu" panose="020B0504030602030204" pitchFamily="34" charset="0"/>
              </a:rPr>
              <a:t> </a:t>
            </a:r>
            <a:r>
              <a:rPr lang="es-ES" sz="2400" dirty="0" err="1">
                <a:latin typeface="Ubuntu" panose="020B0504030602030204" pitchFamily="34" charset="0"/>
              </a:rPr>
              <a:t>Languages</a:t>
            </a:r>
            <a:r>
              <a:rPr lang="es-ES" sz="2400" dirty="0">
                <a:latin typeface="Ubuntu" panose="020B0504030602030204" pitchFamily="34" charset="0"/>
              </a:rPr>
              <a:t>).</a:t>
            </a:r>
          </a:p>
          <a:p>
            <a:pPr marL="285750" indent="-285750" algn="just">
              <a:buFont typeface="Arial" panose="020B0604020202020204" pitchFamily="34" charset="0"/>
              <a:buChar char="•"/>
            </a:pPr>
            <a:endParaRPr lang="es-ES" sz="2400" dirty="0">
              <a:latin typeface="Ubuntu" panose="020B0504030602030204" pitchFamily="34" charset="0"/>
            </a:endParaRPr>
          </a:p>
          <a:p>
            <a:pPr algn="just"/>
            <a:r>
              <a:rPr lang="es-ES" sz="2400" dirty="0">
                <a:latin typeface="Ubuntu" panose="020B0504030602030204" pitchFamily="34" charset="0"/>
              </a:rPr>
              <a:t>Ejemplo: Una universidad. Cada departamento tiene varios profesores, cada profesor imparte varias asignaturas, pero cada asignatura puede ser impartida por más de un profesor.</a:t>
            </a:r>
          </a:p>
        </p:txBody>
      </p:sp>
    </p:spTree>
    <p:extLst>
      <p:ext uri="{BB962C8B-B14F-4D97-AF65-F5344CB8AC3E}">
        <p14:creationId xmlns:p14="http://schemas.microsoft.com/office/powerpoint/2010/main" val="2644756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Modelo de fichero invertido / índice invertido</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3416320"/>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Los datos son </a:t>
            </a:r>
            <a:r>
              <a:rPr lang="es-ES" sz="2400" b="1" dirty="0">
                <a:latin typeface="Ubuntu" panose="020B0504030602030204" pitchFamily="34" charset="0"/>
              </a:rPr>
              <a:t>claves</a:t>
            </a:r>
            <a:r>
              <a:rPr lang="es-ES" sz="2400" dirty="0">
                <a:latin typeface="Ubuntu" panose="020B0504030602030204" pitchFamily="34" charset="0"/>
              </a:rPr>
              <a:t> en una tabla de consulta en la que se busca por clave.</a:t>
            </a:r>
          </a:p>
          <a:p>
            <a:pPr marL="285750" indent="-285750">
              <a:buFont typeface="Arial" panose="020B0604020202020204" pitchFamily="34" charset="0"/>
              <a:buChar char="•"/>
            </a:pPr>
            <a:r>
              <a:rPr lang="es-ES" sz="2400" dirty="0">
                <a:latin typeface="Ubuntu" panose="020B0504030602030204" pitchFamily="34" charset="0"/>
              </a:rPr>
              <a:t>Los </a:t>
            </a:r>
            <a:r>
              <a:rPr lang="es-ES" sz="2400" b="1" dirty="0">
                <a:latin typeface="Ubuntu" panose="020B0504030602030204" pitchFamily="34" charset="0"/>
              </a:rPr>
              <a:t>valores</a:t>
            </a:r>
            <a:r>
              <a:rPr lang="es-ES" sz="2400" dirty="0">
                <a:latin typeface="Ubuntu" panose="020B0504030602030204" pitchFamily="34" charset="0"/>
              </a:rPr>
              <a:t> (asociados a la clave) son punteros a la localización del fichero.</a:t>
            </a:r>
          </a:p>
          <a:p>
            <a:pPr marL="285750" indent="-285750">
              <a:buFont typeface="Arial" panose="020B0604020202020204" pitchFamily="34" charset="0"/>
              <a:buChar char="•"/>
            </a:pPr>
            <a:r>
              <a:rPr lang="es-ES" sz="2400" dirty="0">
                <a:latin typeface="Ubuntu" panose="020B0504030602030204" pitchFamily="34" charset="0"/>
              </a:rPr>
              <a:t>Estructura lógica de los índices en bases de datos modernas.</a:t>
            </a:r>
          </a:p>
          <a:p>
            <a:pPr marL="285750" indent="-28575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Ejemplo: Tabla de libros con título, autor y palabras “clave” que representan al libro, las cuales, como su nombre indica, pueden ser claves que lleven al contenido completo del libro (el valor).</a:t>
            </a:r>
          </a:p>
        </p:txBody>
      </p:sp>
    </p:spTree>
    <p:extLst>
      <p:ext uri="{BB962C8B-B14F-4D97-AF65-F5344CB8AC3E}">
        <p14:creationId xmlns:p14="http://schemas.microsoft.com/office/powerpoint/2010/main" val="186293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Modelo relacional</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4154984"/>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Pensado por E.F. Codd en 1970 para hacer que los sistemas de gestión de bases de datos fueran independientes de cualquier aplicación particular.</a:t>
            </a:r>
          </a:p>
          <a:p>
            <a:pPr marL="285750" indent="-285750">
              <a:buFont typeface="Arial" panose="020B0604020202020204" pitchFamily="34" charset="0"/>
              <a:buChar char="•"/>
            </a:pPr>
            <a:r>
              <a:rPr lang="es-ES" sz="2400" dirty="0">
                <a:latin typeface="Ubuntu" panose="020B0504030602030204" pitchFamily="34" charset="0"/>
              </a:rPr>
              <a:t>Modelo más utilizado en la actualidad.</a:t>
            </a:r>
          </a:p>
          <a:p>
            <a:pPr marL="285750" indent="-285750">
              <a:buFont typeface="Arial" panose="020B0604020202020204" pitchFamily="34" charset="0"/>
              <a:buChar char="•"/>
            </a:pPr>
            <a:r>
              <a:rPr lang="es-ES" sz="2400" dirty="0">
                <a:latin typeface="Ubuntu" panose="020B0504030602030204" pitchFamily="34" charset="0"/>
              </a:rPr>
              <a:t>Datos organizados en tablas con </a:t>
            </a:r>
            <a:r>
              <a:rPr lang="es-ES" sz="2400" b="1" dirty="0">
                <a:latin typeface="Ubuntu" panose="020B0504030602030204" pitchFamily="34" charset="0"/>
              </a:rPr>
              <a:t>tuplas</a:t>
            </a:r>
            <a:r>
              <a:rPr lang="es-ES" sz="2400" dirty="0">
                <a:latin typeface="Ubuntu" panose="020B0504030602030204" pitchFamily="34" charset="0"/>
              </a:rPr>
              <a:t> (filas) representando entidades y columnas representando atributos únicos de las entidades.</a:t>
            </a:r>
          </a:p>
          <a:p>
            <a:pPr marL="285750" indent="-285750">
              <a:buFont typeface="Arial" panose="020B0604020202020204" pitchFamily="34" charset="0"/>
              <a:buChar char="•"/>
            </a:pPr>
            <a:r>
              <a:rPr lang="es-ES" sz="2400" dirty="0">
                <a:latin typeface="Ubuntu" panose="020B0504030602030204" pitchFamily="34" charset="0"/>
              </a:rPr>
              <a:t>Relaciones establecidas mediante claves primarias y foráneas.</a:t>
            </a:r>
          </a:p>
          <a:p>
            <a:pPr marL="285750" indent="-285750">
              <a:buFont typeface="Arial" panose="020B0604020202020204" pitchFamily="34" charset="0"/>
              <a:buChar char="•"/>
            </a:pPr>
            <a:endParaRPr lang="es-ES" sz="2400" dirty="0">
              <a:latin typeface="Ubuntu" panose="020B0504030602030204" pitchFamily="34" charset="0"/>
            </a:endParaRPr>
          </a:p>
          <a:p>
            <a:r>
              <a:rPr lang="es-ES" sz="2400" dirty="0">
                <a:latin typeface="Ubuntu" panose="020B0504030602030204" pitchFamily="34" charset="0"/>
              </a:rPr>
              <a:t>Ejemplo: Empresa con información de empleados y proyectos asignados. Empleados en departamentos, igual que proyectos dependen de departamentos.</a:t>
            </a:r>
          </a:p>
        </p:txBody>
      </p:sp>
    </p:spTree>
    <p:extLst>
      <p:ext uri="{BB962C8B-B14F-4D97-AF65-F5344CB8AC3E}">
        <p14:creationId xmlns:p14="http://schemas.microsoft.com/office/powerpoint/2010/main" val="1508549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Modelo de Entidad-Relación (E-R)</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0" y="1451728"/>
            <a:ext cx="10256363" cy="5447645"/>
          </a:xfrm>
          <a:prstGeom prst="rect">
            <a:avLst/>
          </a:prstGeom>
          <a:noFill/>
        </p:spPr>
        <p:txBody>
          <a:bodyPr wrap="square" rtlCol="0">
            <a:spAutoFit/>
          </a:bodyPr>
          <a:lstStyle/>
          <a:p>
            <a:pPr marL="285750" indent="-285750">
              <a:buFont typeface="Arial" panose="020B0604020202020204" pitchFamily="34" charset="0"/>
              <a:buChar char="•"/>
            </a:pPr>
            <a:r>
              <a:rPr lang="es-ES" sz="2400" dirty="0">
                <a:latin typeface="Ubuntu" panose="020B0504030602030204" pitchFamily="34" charset="0"/>
              </a:rPr>
              <a:t>Utiliza entidades, atributos y relaciones entre entidades para representar la estructura de los datos.</a:t>
            </a:r>
          </a:p>
          <a:p>
            <a:pPr marL="285750" indent="-285750">
              <a:buFont typeface="Arial" panose="020B0604020202020204" pitchFamily="34" charset="0"/>
              <a:buChar char="•"/>
            </a:pPr>
            <a:r>
              <a:rPr lang="es-ES" sz="2400" b="1" dirty="0">
                <a:latin typeface="Ubuntu" panose="020B0504030602030204" pitchFamily="34" charset="0"/>
              </a:rPr>
              <a:t>Entidades = objetos del mundo real</a:t>
            </a:r>
            <a:r>
              <a:rPr lang="es-ES" sz="2400" dirty="0">
                <a:latin typeface="Ubuntu" panose="020B0504030602030204" pitchFamily="34" charset="0"/>
              </a:rPr>
              <a:t> (clientes, productos, etc.)</a:t>
            </a:r>
          </a:p>
          <a:p>
            <a:pPr marL="285750" indent="-285750">
              <a:buFont typeface="Arial" panose="020B0604020202020204" pitchFamily="34" charset="0"/>
              <a:buChar char="•"/>
            </a:pPr>
            <a:r>
              <a:rPr lang="es-ES" sz="2400" b="1" dirty="0">
                <a:latin typeface="Ubuntu" panose="020B0504030602030204" pitchFamily="34" charset="0"/>
              </a:rPr>
              <a:t>Relaciones = conexiones entre entidades</a:t>
            </a:r>
            <a:r>
              <a:rPr lang="es-ES" sz="2400" dirty="0">
                <a:latin typeface="Ubuntu" panose="020B0504030602030204" pitchFamily="34" charset="0"/>
              </a:rPr>
              <a:t> (compra: cliente compra producto)</a:t>
            </a:r>
          </a:p>
          <a:p>
            <a:pPr marL="285750" indent="-285750">
              <a:buFont typeface="Arial" panose="020B0604020202020204" pitchFamily="34" charset="0"/>
              <a:buChar char="•"/>
            </a:pPr>
            <a:r>
              <a:rPr lang="es-ES" sz="2400" dirty="0">
                <a:latin typeface="Ubuntu" panose="020B0504030602030204" pitchFamily="34" charset="0"/>
              </a:rPr>
              <a:t>Similar al modelo de red, pero sin estructura física.</a:t>
            </a:r>
          </a:p>
          <a:p>
            <a:pPr marL="285750" indent="-285750">
              <a:buFont typeface="Arial" panose="020B0604020202020204" pitchFamily="34" charset="0"/>
              <a:buChar char="•"/>
            </a:pPr>
            <a:r>
              <a:rPr lang="es-ES" sz="2400" dirty="0">
                <a:latin typeface="Ubuntu" panose="020B0504030602030204" pitchFamily="34" charset="0"/>
              </a:rPr>
              <a:t>Se usa para </a:t>
            </a:r>
            <a:r>
              <a:rPr lang="es-ES" sz="2400" b="1" dirty="0">
                <a:latin typeface="Ubuntu" panose="020B0504030602030204" pitchFamily="34" charset="0"/>
              </a:rPr>
              <a:t>diseñar conceptualmente</a:t>
            </a:r>
            <a:r>
              <a:rPr lang="es-ES" sz="2400" dirty="0">
                <a:latin typeface="Ubuntu" panose="020B0504030602030204" pitchFamily="34" charset="0"/>
              </a:rPr>
              <a:t> una base de datos.</a:t>
            </a:r>
          </a:p>
          <a:p>
            <a:pPr marL="285750" indent="-285750">
              <a:buFont typeface="Arial" panose="020B0604020202020204" pitchFamily="34" charset="0"/>
              <a:buChar char="•"/>
            </a:pPr>
            <a:r>
              <a:rPr lang="es-ES" sz="2400" dirty="0">
                <a:latin typeface="Ubuntu" panose="020B0504030602030204" pitchFamily="34" charset="0"/>
              </a:rPr>
              <a:t>Conceptos:</a:t>
            </a:r>
          </a:p>
          <a:p>
            <a:pPr marL="285750" indent="-285750">
              <a:buFont typeface="Arial" panose="020B0604020202020204" pitchFamily="34" charset="0"/>
              <a:buChar char="•"/>
            </a:pPr>
            <a:r>
              <a:rPr lang="es-ES" sz="1800" b="1" dirty="0">
                <a:latin typeface="Ubuntu" panose="020B0504030602030204" pitchFamily="34" charset="0"/>
              </a:rPr>
              <a:t>Dominio</a:t>
            </a:r>
            <a:r>
              <a:rPr lang="es-ES" sz="1800" dirty="0">
                <a:latin typeface="Ubuntu" panose="020B0504030602030204" pitchFamily="34" charset="0"/>
              </a:rPr>
              <a:t>: Conjunto de los atributos.</a:t>
            </a:r>
          </a:p>
          <a:p>
            <a:pPr marL="285750" indent="-285750">
              <a:buFont typeface="Arial" panose="020B0604020202020204" pitchFamily="34" charset="0"/>
              <a:buChar char="•"/>
            </a:pPr>
            <a:r>
              <a:rPr lang="es-ES" sz="1800" b="1" dirty="0">
                <a:latin typeface="Ubuntu" panose="020B0504030602030204" pitchFamily="34" charset="0"/>
              </a:rPr>
              <a:t>Cardinalidad</a:t>
            </a:r>
            <a:r>
              <a:rPr lang="es-ES" sz="1800" dirty="0">
                <a:latin typeface="Ubuntu" panose="020B0504030602030204" pitchFamily="34" charset="0"/>
              </a:rPr>
              <a:t>: Relaciones entre los diagramas; uno a uno, uno a muchos, muchos a muchos.</a:t>
            </a:r>
          </a:p>
          <a:p>
            <a:pPr marL="285750" indent="-285750">
              <a:buFont typeface="Arial" panose="020B0604020202020204" pitchFamily="34" charset="0"/>
              <a:buChar char="•"/>
            </a:pPr>
            <a:r>
              <a:rPr lang="es-ES" sz="2400" dirty="0">
                <a:latin typeface="Ubuntu" panose="020B0504030602030204" pitchFamily="34" charset="0"/>
              </a:rPr>
              <a:t>Es común el </a:t>
            </a:r>
            <a:r>
              <a:rPr lang="es-ES" sz="2400" b="1" dirty="0">
                <a:latin typeface="Ubuntu" panose="020B0504030602030204" pitchFamily="34" charset="0"/>
              </a:rPr>
              <a:t>esquema de estrella</a:t>
            </a:r>
            <a:r>
              <a:rPr lang="es-ES" sz="2400" dirty="0">
                <a:latin typeface="Ubuntu" panose="020B0504030602030204" pitchFamily="34" charset="0"/>
              </a:rPr>
              <a:t> (tabla central de </a:t>
            </a:r>
            <a:r>
              <a:rPr lang="es-ES" sz="2400" b="1" dirty="0">
                <a:latin typeface="Ubuntu" panose="020B0504030602030204" pitchFamily="34" charset="0"/>
              </a:rPr>
              <a:t>hechos</a:t>
            </a:r>
            <a:r>
              <a:rPr lang="es-ES" sz="2400" dirty="0">
                <a:latin typeface="Ubuntu" panose="020B0504030602030204" pitchFamily="34" charset="0"/>
              </a:rPr>
              <a:t> relacionada con varias tablas de </a:t>
            </a:r>
            <a:r>
              <a:rPr lang="es-ES" sz="2400" b="1" dirty="0">
                <a:latin typeface="Ubuntu" panose="020B0504030602030204" pitchFamily="34" charset="0"/>
              </a:rPr>
              <a:t>dimensiones</a:t>
            </a:r>
            <a:r>
              <a:rPr lang="es-ES" sz="2400" dirty="0">
                <a:latin typeface="Ubuntu" panose="020B0504030602030204" pitchFamily="34" charset="0"/>
              </a:rPr>
              <a:t>, correspondientes a uno u otro atributo)</a:t>
            </a:r>
          </a:p>
          <a:p>
            <a:r>
              <a:rPr lang="es-ES" sz="2400" dirty="0">
                <a:latin typeface="Ubuntu" panose="020B0504030602030204" pitchFamily="34" charset="0"/>
              </a:rPr>
              <a:t>Ejemplo: Videoclub (Tabla de hechos película, con atributo </a:t>
            </a:r>
            <a:r>
              <a:rPr lang="es-ES" sz="2400" dirty="0" err="1">
                <a:latin typeface="Ubuntu" panose="020B0504030602030204" pitchFamily="34" charset="0"/>
              </a:rPr>
              <a:t>idGenero</a:t>
            </a:r>
            <a:r>
              <a:rPr lang="es-ES" sz="2400" dirty="0">
                <a:latin typeface="Ubuntu" panose="020B0504030602030204" pitchFamily="34" charset="0"/>
              </a:rPr>
              <a:t>, que lleva a Tabla de dimensiones géneros, con </a:t>
            </a:r>
            <a:r>
              <a:rPr lang="es-ES" sz="2400" dirty="0" err="1">
                <a:latin typeface="Ubuntu" panose="020B0504030602030204" pitchFamily="34" charset="0"/>
              </a:rPr>
              <a:t>idGenero</a:t>
            </a:r>
            <a:r>
              <a:rPr lang="es-ES" sz="2400" dirty="0">
                <a:latin typeface="Ubuntu" panose="020B0504030602030204" pitchFamily="34" charset="0"/>
              </a:rPr>
              <a:t> y </a:t>
            </a:r>
            <a:r>
              <a:rPr lang="es-ES" sz="2400" dirty="0" err="1">
                <a:latin typeface="Ubuntu" panose="020B0504030602030204" pitchFamily="34" charset="0"/>
              </a:rPr>
              <a:t>nombreGenero</a:t>
            </a:r>
            <a:r>
              <a:rPr lang="es-ES" sz="2400" dirty="0">
                <a:latin typeface="Ubuntu" panose="020B0504030602030204" pitchFamily="34" charset="0"/>
              </a:rPr>
              <a:t>)</a:t>
            </a:r>
          </a:p>
        </p:txBody>
      </p:sp>
    </p:spTree>
    <p:extLst>
      <p:ext uri="{BB962C8B-B14F-4D97-AF65-F5344CB8AC3E}">
        <p14:creationId xmlns:p14="http://schemas.microsoft.com/office/powerpoint/2010/main" val="1284818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6"/>
          <p:cNvSpPr txBox="1">
            <a:spLocks noGrp="1"/>
          </p:cNvSpPr>
          <p:nvPr>
            <p:ph type="title"/>
          </p:nvPr>
        </p:nvSpPr>
        <p:spPr>
          <a:xfrm>
            <a:off x="429192" y="331725"/>
            <a:ext cx="11322900" cy="3036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2000"/>
              <a:buNone/>
            </a:pPr>
            <a:r>
              <a:rPr lang="es-ES"/>
              <a:t>Otros modelos</a:t>
            </a:r>
            <a:endParaRPr/>
          </a:p>
        </p:txBody>
      </p:sp>
      <p:sp>
        <p:nvSpPr>
          <p:cNvPr id="255" name="Google Shape;255;p16"/>
          <p:cNvSpPr txBox="1"/>
          <p:nvPr/>
        </p:nvSpPr>
        <p:spPr>
          <a:xfrm>
            <a:off x="861199" y="1348840"/>
            <a:ext cx="10256363" cy="4832052"/>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orientado a objetos</a:t>
            </a:r>
            <a:r>
              <a:rPr lang="es-ES" i="0" u="none" strike="noStrike" cap="none" dirty="0">
                <a:solidFill>
                  <a:srgbClr val="000000"/>
                </a:solidFill>
                <a:latin typeface="Ubuntu"/>
                <a:ea typeface="Ubuntu"/>
                <a:cs typeface="Ubuntu"/>
                <a:sym typeface="Ubuntu"/>
              </a:rPr>
              <a:t>: Los datos se almacenan como objetos con propiedades y métodos, ideal para estructuras complejas.</a:t>
            </a:r>
          </a:p>
          <a:p>
            <a:pPr marL="285750" marR="0" lvl="0" indent="-285750" algn="l" rtl="0">
              <a:lnSpc>
                <a:spcPct val="100000"/>
              </a:lnSpc>
              <a:spcBef>
                <a:spcPts val="0"/>
              </a:spcBef>
              <a:spcAft>
                <a:spcPts val="0"/>
              </a:spcAft>
              <a:buClr>
                <a:srgbClr val="000000"/>
              </a:buClr>
              <a:buSzPts val="1600"/>
              <a:buFont typeface="Arial"/>
              <a:buChar char="•"/>
            </a:pPr>
            <a:r>
              <a:rPr lang="es-ES" b="1" dirty="0">
                <a:latin typeface="Ubuntu"/>
                <a:ea typeface="Ubuntu"/>
                <a:cs typeface="Ubuntu"/>
                <a:sym typeface="Ubuntu"/>
              </a:rPr>
              <a:t>Modelo de documentos (NoSQL)</a:t>
            </a:r>
            <a:r>
              <a:rPr lang="es-ES" dirty="0">
                <a:latin typeface="Ubuntu"/>
                <a:ea typeface="Ubuntu"/>
                <a:cs typeface="Ubuntu"/>
                <a:sym typeface="Ubuntu"/>
              </a:rPr>
              <a:t>: Guarda datos en documentos semiestructurados (JSON), permite esquemas flexibles en una misma base de datos.</a:t>
            </a: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de grafos (NoSQL)</a:t>
            </a:r>
            <a:r>
              <a:rPr lang="es-ES" i="0" u="none" strike="noStrike" cap="none" dirty="0">
                <a:solidFill>
                  <a:srgbClr val="000000"/>
                </a:solidFill>
                <a:latin typeface="Ubuntu"/>
                <a:ea typeface="Ubuntu"/>
                <a:cs typeface="Ubuntu"/>
                <a:sym typeface="Ubuntu"/>
              </a:rPr>
              <a:t>: Representa datos como nodos y relaciones, optimiza análisis y recorrer redes complejas.</a:t>
            </a:r>
            <a:endParaRPr lang="es-ES"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multivalor</a:t>
            </a:r>
            <a:r>
              <a:rPr lang="es-ES" b="0" i="0" u="none" strike="noStrike" cap="none" dirty="0">
                <a:solidFill>
                  <a:srgbClr val="000000"/>
                </a:solidFill>
                <a:latin typeface="Ubuntu"/>
                <a:ea typeface="Ubuntu"/>
                <a:cs typeface="Ubuntu"/>
                <a:sym typeface="Ubuntu"/>
              </a:rPr>
              <a:t>: Desprendido del modelo relacional, permite que los atributos contengan una lista de datos en lugar de un solo punto de datos.</a:t>
            </a:r>
            <a:endParaRPr dirty="0"/>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plano</a:t>
            </a:r>
            <a:r>
              <a:rPr lang="es-ES" b="0" i="0" u="none" strike="noStrike" cap="none" dirty="0">
                <a:solidFill>
                  <a:srgbClr val="000000"/>
                </a:solidFill>
                <a:latin typeface="Ubuntu"/>
                <a:ea typeface="Ubuntu"/>
                <a:cs typeface="Ubuntu"/>
                <a:sym typeface="Ubuntu"/>
              </a:rPr>
              <a:t>: Todos los datos en una sola tabla. Para acceder o manipular los datos hay que traer todo el archivo plano a memoria. Terriblemente ineficiente para cualquier conjunto de datos excepto los más pequeños.</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multidimensional</a:t>
            </a:r>
            <a:r>
              <a:rPr lang="es-ES" b="0" i="0" u="none" strike="noStrike" cap="none" dirty="0">
                <a:solidFill>
                  <a:srgbClr val="000000"/>
                </a:solidFill>
                <a:latin typeface="Ubuntu"/>
                <a:ea typeface="Ubuntu"/>
                <a:cs typeface="Ubuntu"/>
                <a:sym typeface="Ubuntu"/>
              </a:rPr>
              <a:t>: Mejora el procesamiento analítico de la base de datos, optimizado para OLAP (procesamiento analítico en línea). Cada celda tiene datos sobre dimensiones registradas por la base de datos. Visualmente colección de cubos en lugar de tablas bidimensionales.</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semiestructurado</a:t>
            </a:r>
            <a:r>
              <a:rPr lang="es-ES" b="0" i="0" u="none" strike="noStrike" cap="none" dirty="0">
                <a:solidFill>
                  <a:srgbClr val="000000"/>
                </a:solidFill>
                <a:latin typeface="Ubuntu"/>
                <a:ea typeface="Ubuntu"/>
                <a:cs typeface="Ubuntu"/>
                <a:sym typeface="Ubuntu"/>
              </a:rPr>
              <a:t>: Datos estructurales contenidos en el esquema incrustados en los propios datos. Difícil diferenciar entre dato y esquema, así que es impreciso. Útil para describir sistemas no limitados a un esquema, o interacciones entre distintas bases de datos con esquemas diferentes.</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de contexto</a:t>
            </a:r>
            <a:r>
              <a:rPr lang="es-ES" b="0" i="0" u="none" strike="noStrike" cap="none" dirty="0">
                <a:solidFill>
                  <a:srgbClr val="000000"/>
                </a:solidFill>
                <a:latin typeface="Ubuntu"/>
                <a:ea typeface="Ubuntu"/>
                <a:cs typeface="Ubuntu"/>
                <a:sym typeface="Ubuntu"/>
              </a:rPr>
              <a:t>: Puede incorporar elementos de otros modelos cuando sea necesario.</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asociativo</a:t>
            </a:r>
            <a:r>
              <a:rPr lang="es-ES" b="0" i="0" u="none" strike="noStrike" cap="none" dirty="0">
                <a:solidFill>
                  <a:srgbClr val="000000"/>
                </a:solidFill>
                <a:latin typeface="Ubuntu"/>
                <a:ea typeface="Ubuntu"/>
                <a:cs typeface="Ubuntu"/>
                <a:sym typeface="Ubuntu"/>
              </a:rPr>
              <a:t>: Divide todo respecto a si describen una entidad (independiente) o una asociación (en relación a algo más). Sus elementos tienen identificador único, nombre y tipo; las asociaciones consisten en un grupo de enlaces, con identificador único y de las fuentes, verbos u objetivos.</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semántico</a:t>
            </a:r>
            <a:r>
              <a:rPr lang="es-ES" b="0" i="0" u="none" strike="noStrike" cap="none" dirty="0">
                <a:solidFill>
                  <a:srgbClr val="000000"/>
                </a:solidFill>
                <a:latin typeface="Ubuntu"/>
                <a:ea typeface="Ubuntu"/>
                <a:cs typeface="Ubuntu"/>
                <a:sym typeface="Ubuntu"/>
              </a:rPr>
              <a:t>: Información acerca de cómo los datos almacenados se relacionan con el mundo real.</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1" i="0" u="none" strike="noStrike" cap="none" dirty="0">
                <a:solidFill>
                  <a:srgbClr val="000000"/>
                </a:solidFill>
                <a:latin typeface="Ubuntu"/>
                <a:ea typeface="Ubuntu"/>
                <a:cs typeface="Ubuntu"/>
                <a:sym typeface="Ubuntu"/>
              </a:rPr>
              <a:t>Modelo de base de datos XML</a:t>
            </a:r>
            <a:r>
              <a:rPr lang="es-ES" b="0" i="0" u="none" strike="noStrike" cap="none" dirty="0">
                <a:solidFill>
                  <a:srgbClr val="000000"/>
                </a:solidFill>
                <a:latin typeface="Ubuntu"/>
                <a:ea typeface="Ubuntu"/>
                <a:cs typeface="Ubuntu"/>
                <a:sym typeface="Ubuntu"/>
              </a:rPr>
              <a:t>: Permite que los datos se especifiquen o almacenen en formato XML.</a:t>
            </a:r>
            <a:endParaRPr b="1" i="0" u="none" strike="noStrike" cap="none" dirty="0">
              <a:solidFill>
                <a:srgbClr val="000000"/>
              </a:solidFill>
              <a:latin typeface="Ubuntu"/>
              <a:ea typeface="Ubuntu"/>
              <a:cs typeface="Ubuntu"/>
              <a:sym typeface="Ubuntu"/>
            </a:endParaRPr>
          </a:p>
          <a:p>
            <a:pPr marL="285750" marR="0" lvl="0" indent="-285750" algn="l" rtl="0">
              <a:lnSpc>
                <a:spcPct val="100000"/>
              </a:lnSpc>
              <a:spcBef>
                <a:spcPts val="0"/>
              </a:spcBef>
              <a:spcAft>
                <a:spcPts val="0"/>
              </a:spcAft>
              <a:buClr>
                <a:srgbClr val="000000"/>
              </a:buClr>
              <a:buSzPts val="1600"/>
              <a:buFont typeface="Arial"/>
              <a:buChar char="•"/>
            </a:pPr>
            <a:r>
              <a:rPr lang="es-ES" b="0" i="0" u="none" strike="noStrike" cap="none" dirty="0">
                <a:solidFill>
                  <a:srgbClr val="000000"/>
                </a:solidFill>
                <a:latin typeface="Ubuntu"/>
                <a:ea typeface="Ubuntu"/>
                <a:cs typeface="Ubuntu"/>
                <a:sym typeface="Ubuntu"/>
              </a:rPr>
              <a:t>Otros: Gráfico etiquetado, </a:t>
            </a:r>
            <a:r>
              <a:rPr lang="es-ES" b="0" i="0" u="none" strike="noStrike" cap="none" dirty="0" err="1">
                <a:solidFill>
                  <a:srgbClr val="000000"/>
                </a:solidFill>
                <a:latin typeface="Ubuntu"/>
                <a:ea typeface="Ubuntu"/>
                <a:cs typeface="Ubuntu"/>
                <a:sym typeface="Ubuntu"/>
              </a:rPr>
              <a:t>Triplestore</a:t>
            </a:r>
            <a:r>
              <a:rPr lang="es-ES" b="0" i="0" u="none" strike="noStrike" cap="none" dirty="0">
                <a:solidFill>
                  <a:srgbClr val="000000"/>
                </a:solidFill>
                <a:latin typeface="Ubuntu"/>
                <a:ea typeface="Ubuntu"/>
                <a:cs typeface="Ubuntu"/>
                <a:sym typeface="Ubuntu"/>
              </a:rPr>
              <a:t>,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2c81585f6b5_0_26"/>
          <p:cNvSpPr txBox="1">
            <a:spLocks noGrp="1"/>
          </p:cNvSpPr>
          <p:nvPr>
            <p:ph type="title"/>
          </p:nvPr>
        </p:nvSpPr>
        <p:spPr>
          <a:xfrm>
            <a:off x="429192" y="331725"/>
            <a:ext cx="11322900" cy="303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s-ES" dirty="0"/>
              <a:t>Ventajas / Desafíos</a:t>
            </a:r>
            <a:endParaRPr dirty="0"/>
          </a:p>
        </p:txBody>
      </p:sp>
      <p:sp>
        <p:nvSpPr>
          <p:cNvPr id="2" name="CuadroTexto 1">
            <a:extLst>
              <a:ext uri="{FF2B5EF4-FFF2-40B4-BE49-F238E27FC236}">
                <a16:creationId xmlns:a16="http://schemas.microsoft.com/office/drawing/2014/main" id="{36607EE7-B76A-F1CC-04BB-80EC1FC71102}"/>
              </a:ext>
            </a:extLst>
          </p:cNvPr>
          <p:cNvSpPr txBox="1"/>
          <p:nvPr/>
        </p:nvSpPr>
        <p:spPr>
          <a:xfrm>
            <a:off x="942681" y="1451728"/>
            <a:ext cx="5153320" cy="4401205"/>
          </a:xfrm>
          <a:prstGeom prst="rect">
            <a:avLst/>
          </a:prstGeom>
          <a:noFill/>
        </p:spPr>
        <p:txBody>
          <a:bodyPr wrap="square" rtlCol="0">
            <a:spAutoFit/>
          </a:bodyPr>
          <a:lstStyle/>
          <a:p>
            <a:pPr marL="285750" indent="-285750">
              <a:buFont typeface="Arial" panose="020B0604020202020204" pitchFamily="34" charset="0"/>
              <a:buChar char="•"/>
            </a:pPr>
            <a:r>
              <a:rPr lang="es-ES" sz="2000" b="1" dirty="0">
                <a:solidFill>
                  <a:srgbClr val="00B050"/>
                </a:solidFill>
                <a:latin typeface="Ubuntu" panose="020B0504030602030204" pitchFamily="34" charset="0"/>
              </a:rPr>
              <a:t>Centralización de datos</a:t>
            </a:r>
            <a:r>
              <a:rPr lang="es-ES" sz="2000" dirty="0">
                <a:latin typeface="Ubuntu" panose="020B0504030602030204" pitchFamily="34" charset="0"/>
              </a:rPr>
              <a:t>: </a:t>
            </a:r>
            <a:r>
              <a:rPr lang="es-ES" sz="1600" dirty="0">
                <a:latin typeface="Ubuntu" panose="020B0504030602030204" pitchFamily="34" charset="0"/>
              </a:rPr>
              <a:t>Almacenar todos los datos de una organización en un solo lugar facilita su acceso y gestión.</a:t>
            </a:r>
            <a:endParaRPr lang="es-ES" sz="1600" b="1" dirty="0">
              <a:latin typeface="Ubuntu" panose="020B0504030602030204" pitchFamily="34" charset="0"/>
            </a:endParaRPr>
          </a:p>
          <a:p>
            <a:pPr marL="285750" indent="-285750">
              <a:buFont typeface="Arial" panose="020B0604020202020204" pitchFamily="34" charset="0"/>
              <a:buChar char="•"/>
            </a:pPr>
            <a:r>
              <a:rPr lang="es-ES" sz="2000" b="1" dirty="0">
                <a:solidFill>
                  <a:srgbClr val="00B050"/>
                </a:solidFill>
                <a:latin typeface="Ubuntu" panose="020B0504030602030204" pitchFamily="34" charset="0"/>
              </a:rPr>
              <a:t>Consistencia y coherencia</a:t>
            </a:r>
            <a:r>
              <a:rPr lang="es-ES" sz="2000" dirty="0">
                <a:latin typeface="Ubuntu" panose="020B0504030602030204" pitchFamily="34" charset="0"/>
              </a:rPr>
              <a:t>: </a:t>
            </a:r>
            <a:r>
              <a:rPr lang="es-ES" sz="1600" dirty="0">
                <a:latin typeface="Ubuntu" panose="020B0504030602030204" pitchFamily="34" charset="0"/>
              </a:rPr>
              <a:t>Al utilizar una base de datos, se puede garantizar la consistencia y coherencia de los datos, evitando inconsistencias y redundancias.</a:t>
            </a:r>
            <a:endParaRPr lang="es-ES" sz="2000" b="1" dirty="0">
              <a:latin typeface="Ubuntu" panose="020B0504030602030204" pitchFamily="34" charset="0"/>
            </a:endParaRPr>
          </a:p>
          <a:p>
            <a:pPr marL="285750" indent="-285750">
              <a:buFont typeface="Arial" panose="020B0604020202020204" pitchFamily="34" charset="0"/>
              <a:buChar char="•"/>
            </a:pPr>
            <a:r>
              <a:rPr lang="es-ES" sz="2000" b="1" dirty="0">
                <a:solidFill>
                  <a:srgbClr val="00B050"/>
                </a:solidFill>
                <a:latin typeface="Ubuntu" panose="020B0504030602030204" pitchFamily="34" charset="0"/>
              </a:rPr>
              <a:t>Acceso controlado</a:t>
            </a:r>
            <a:r>
              <a:rPr lang="es-ES" sz="2000" dirty="0">
                <a:latin typeface="Ubuntu" panose="020B0504030602030204" pitchFamily="34" charset="0"/>
              </a:rPr>
              <a:t>: </a:t>
            </a:r>
            <a:r>
              <a:rPr lang="es-ES" sz="1600" dirty="0">
                <a:latin typeface="Ubuntu" panose="020B0504030602030204" pitchFamily="34" charset="0"/>
              </a:rPr>
              <a:t>Controlar quién accede y modifica los datos garantiza la seguridad y privacidad de la información.</a:t>
            </a:r>
            <a:endParaRPr lang="es-ES" sz="2000" b="1" dirty="0">
              <a:latin typeface="Ubuntu" panose="020B0504030602030204" pitchFamily="34" charset="0"/>
            </a:endParaRPr>
          </a:p>
          <a:p>
            <a:pPr marL="285750" indent="-285750">
              <a:buFont typeface="Arial" panose="020B0604020202020204" pitchFamily="34" charset="0"/>
              <a:buChar char="•"/>
            </a:pPr>
            <a:r>
              <a:rPr lang="es-ES" sz="2000" b="1" dirty="0">
                <a:solidFill>
                  <a:srgbClr val="00B050"/>
                </a:solidFill>
                <a:latin typeface="Ubuntu" panose="020B0504030602030204" pitchFamily="34" charset="0"/>
              </a:rPr>
              <a:t>Escalabilidad</a:t>
            </a:r>
            <a:r>
              <a:rPr lang="es-ES" sz="2000" dirty="0">
                <a:latin typeface="Ubuntu" panose="020B0504030602030204" pitchFamily="34" charset="0"/>
              </a:rPr>
              <a:t>: </a:t>
            </a:r>
            <a:r>
              <a:rPr lang="es-ES" sz="1600" dirty="0">
                <a:latin typeface="Ubuntu" panose="020B0504030602030204" pitchFamily="34" charset="0"/>
              </a:rPr>
              <a:t>Las bases de datos pueden crecer y adaptarse a medida que la organización lo requiera (son escalables).</a:t>
            </a:r>
            <a:endParaRPr lang="es-ES" sz="2000" b="1" dirty="0">
              <a:latin typeface="Ubuntu" panose="020B0504030602030204" pitchFamily="34" charset="0"/>
            </a:endParaRPr>
          </a:p>
          <a:p>
            <a:pPr marL="285750" indent="-285750">
              <a:buFont typeface="Arial" panose="020B0604020202020204" pitchFamily="34" charset="0"/>
              <a:buChar char="•"/>
            </a:pPr>
            <a:r>
              <a:rPr lang="es-ES" sz="2000" b="1" dirty="0">
                <a:solidFill>
                  <a:srgbClr val="00B050"/>
                </a:solidFill>
                <a:latin typeface="Ubuntu" panose="020B0504030602030204" pitchFamily="34" charset="0"/>
              </a:rPr>
              <a:t>Recuperación de datos</a:t>
            </a:r>
            <a:r>
              <a:rPr lang="es-ES" sz="2000" dirty="0">
                <a:latin typeface="Ubuntu" panose="020B0504030602030204" pitchFamily="34" charset="0"/>
              </a:rPr>
              <a:t>: </a:t>
            </a:r>
            <a:r>
              <a:rPr lang="es-ES" sz="1600" dirty="0">
                <a:latin typeface="Ubuntu" panose="020B0504030602030204" pitchFamily="34" charset="0"/>
              </a:rPr>
              <a:t>Es fácil y rápido recuperar datos específicos usando consultas y filtros en bases de datos.</a:t>
            </a:r>
            <a:endParaRPr lang="es-ES" sz="2000" b="1" dirty="0">
              <a:latin typeface="Ubuntu" panose="020B0504030602030204" pitchFamily="34" charset="0"/>
            </a:endParaRPr>
          </a:p>
        </p:txBody>
      </p:sp>
      <p:sp>
        <p:nvSpPr>
          <p:cNvPr id="3" name="CuadroTexto 2">
            <a:extLst>
              <a:ext uri="{FF2B5EF4-FFF2-40B4-BE49-F238E27FC236}">
                <a16:creationId xmlns:a16="http://schemas.microsoft.com/office/drawing/2014/main" id="{79C07E30-65B8-1800-B052-74F96CE0D019}"/>
              </a:ext>
            </a:extLst>
          </p:cNvPr>
          <p:cNvSpPr txBox="1"/>
          <p:nvPr/>
        </p:nvSpPr>
        <p:spPr>
          <a:xfrm>
            <a:off x="6090641" y="1317578"/>
            <a:ext cx="5470633" cy="5078313"/>
          </a:xfrm>
          <a:prstGeom prst="rect">
            <a:avLst/>
          </a:prstGeom>
          <a:noFill/>
        </p:spPr>
        <p:txBody>
          <a:bodyPr wrap="square" rtlCol="0">
            <a:spAutoFit/>
          </a:bodyPr>
          <a:lstStyle/>
          <a:p>
            <a:pPr marL="285750" indent="-285750">
              <a:buFont typeface="Arial" panose="020B0604020202020204" pitchFamily="34" charset="0"/>
              <a:buChar char="•"/>
            </a:pPr>
            <a:r>
              <a:rPr lang="es-ES" sz="2000" b="1" dirty="0">
                <a:solidFill>
                  <a:srgbClr val="FF0000"/>
                </a:solidFill>
                <a:latin typeface="Ubuntu" panose="020B0504030602030204" pitchFamily="34" charset="0"/>
              </a:rPr>
              <a:t>Diseño adecuado</a:t>
            </a:r>
            <a:r>
              <a:rPr lang="es-ES" sz="2000" dirty="0">
                <a:latin typeface="Ubuntu" panose="020B0504030602030204" pitchFamily="34" charset="0"/>
              </a:rPr>
              <a:t>: </a:t>
            </a:r>
            <a:r>
              <a:rPr lang="es-ES" sz="1600" dirty="0">
                <a:latin typeface="Ubuntu" panose="020B0504030602030204" pitchFamily="34" charset="0"/>
              </a:rPr>
              <a:t>Debe ser cuidadoso y planificado para garantizar su eficiencia y efectividad.</a:t>
            </a:r>
            <a:endParaRPr lang="es-ES" sz="1600" b="1" dirty="0">
              <a:latin typeface="Ubuntu" panose="020B0504030602030204" pitchFamily="34" charset="0"/>
            </a:endParaRPr>
          </a:p>
          <a:p>
            <a:pPr marL="285750" indent="-285750">
              <a:buFont typeface="Arial" panose="020B0604020202020204" pitchFamily="34" charset="0"/>
              <a:buChar char="•"/>
            </a:pPr>
            <a:r>
              <a:rPr lang="es-ES" sz="2000" b="1" dirty="0">
                <a:solidFill>
                  <a:srgbClr val="FF0000"/>
                </a:solidFill>
                <a:latin typeface="Ubuntu" panose="020B0504030602030204" pitchFamily="34" charset="0"/>
              </a:rPr>
              <a:t>Rendimiento</a:t>
            </a:r>
            <a:r>
              <a:rPr lang="es-ES" sz="2000" dirty="0">
                <a:latin typeface="Ubuntu" panose="020B0504030602030204" pitchFamily="34" charset="0"/>
              </a:rPr>
              <a:t>: </a:t>
            </a:r>
            <a:r>
              <a:rPr lang="es-ES" sz="1600" dirty="0">
                <a:latin typeface="Ubuntu" panose="020B0504030602030204" pitchFamily="34" charset="0"/>
              </a:rPr>
              <a:t>Mantener un rendimiento óptimo de la base de datos es difícil a medida que ésta crece en tamaño y complejidad.</a:t>
            </a:r>
            <a:endParaRPr lang="es-ES" sz="2000" b="1" dirty="0">
              <a:latin typeface="Ubuntu" panose="020B0504030602030204" pitchFamily="34" charset="0"/>
            </a:endParaRPr>
          </a:p>
          <a:p>
            <a:pPr marL="285750" indent="-285750">
              <a:buFont typeface="Arial" panose="020B0604020202020204" pitchFamily="34" charset="0"/>
              <a:buChar char="•"/>
            </a:pPr>
            <a:r>
              <a:rPr lang="es-ES" sz="2000" b="1" dirty="0">
                <a:solidFill>
                  <a:srgbClr val="FF0000"/>
                </a:solidFill>
                <a:latin typeface="Ubuntu" panose="020B0504030602030204" pitchFamily="34" charset="0"/>
              </a:rPr>
              <a:t>Integridad de los datos</a:t>
            </a:r>
            <a:r>
              <a:rPr lang="es-ES" sz="2000" dirty="0">
                <a:latin typeface="Ubuntu" panose="020B0504030602030204" pitchFamily="34" charset="0"/>
              </a:rPr>
              <a:t>: </a:t>
            </a:r>
            <a:r>
              <a:rPr lang="es-ES" sz="1600" dirty="0">
                <a:latin typeface="Ubuntu" panose="020B0504030602030204" pitchFamily="34" charset="0"/>
              </a:rPr>
              <a:t>Es fundamental garantizar su validez y consistencia a lo largo del tiempo. La información precisa y confiable es fundamental para la toma de decisiones. Fundamental para garantizar la confianza y credibilidad de la información.</a:t>
            </a:r>
            <a:endParaRPr lang="es-ES" sz="2000" b="1" dirty="0">
              <a:latin typeface="Ubuntu" panose="020B0504030602030204" pitchFamily="34" charset="0"/>
            </a:endParaRPr>
          </a:p>
          <a:p>
            <a:pPr marL="285750" indent="-285750">
              <a:buFont typeface="Arial" panose="020B0604020202020204" pitchFamily="34" charset="0"/>
              <a:buChar char="•"/>
            </a:pPr>
            <a:r>
              <a:rPr lang="es-ES" sz="2000" b="1" dirty="0">
                <a:solidFill>
                  <a:srgbClr val="FF0000"/>
                </a:solidFill>
                <a:latin typeface="Ubuntu" panose="020B0504030602030204" pitchFamily="34" charset="0"/>
              </a:rPr>
              <a:t>Seguridad</a:t>
            </a:r>
            <a:r>
              <a:rPr lang="es-ES" sz="2000" dirty="0">
                <a:latin typeface="Ubuntu" panose="020B0504030602030204" pitchFamily="34" charset="0"/>
              </a:rPr>
              <a:t>: </a:t>
            </a:r>
            <a:r>
              <a:rPr lang="es-ES" sz="1600" dirty="0">
                <a:latin typeface="Ubuntu" panose="020B0504030602030204" pitchFamily="34" charset="0"/>
              </a:rPr>
              <a:t>Proteger la base de datos contra accesos no autorizados y ataques maliciosos. Ciertas medidas como la autenticación de usuarios y el cifrado de datos pueden servir. Fundamental para garantizar la confianza y credibilidad de la información.</a:t>
            </a:r>
            <a:endParaRPr lang="es-ES" sz="2400" b="1" dirty="0">
              <a:latin typeface="Ubuntu" panose="020B0504030602030204" pitchFamily="34" charset="0"/>
            </a:endParaRPr>
          </a:p>
          <a:p>
            <a:pPr marL="285750" indent="-285750">
              <a:buFont typeface="Arial" panose="020B0604020202020204" pitchFamily="34" charset="0"/>
              <a:buChar char="•"/>
            </a:pPr>
            <a:r>
              <a:rPr lang="es-ES" sz="2000" b="1" dirty="0">
                <a:solidFill>
                  <a:srgbClr val="FF0000"/>
                </a:solidFill>
                <a:latin typeface="Ubuntu" panose="020B0504030602030204" pitchFamily="34" charset="0"/>
              </a:rPr>
              <a:t>Mantenimiento</a:t>
            </a:r>
            <a:r>
              <a:rPr lang="es-ES" sz="2000" dirty="0">
                <a:latin typeface="Ubuntu" panose="020B0504030602030204" pitchFamily="34" charset="0"/>
              </a:rPr>
              <a:t>: </a:t>
            </a:r>
            <a:r>
              <a:rPr lang="es-ES" sz="1600" dirty="0">
                <a:latin typeface="Ubuntu" panose="020B0504030602030204" pitchFamily="34" charset="0"/>
              </a:rPr>
              <a:t>Las bases de datos requieren mantenimiento regular: copias de seguridad, actualizaciones, optimizaciones de rendimiento…</a:t>
            </a:r>
            <a:endParaRPr lang="es-ES" sz="2400" b="1" dirty="0">
              <a:latin typeface="Ubuntu" panose="020B0504030602030204" pitchFamily="34" charset="0"/>
            </a:endParaRPr>
          </a:p>
        </p:txBody>
      </p:sp>
    </p:spTree>
    <p:extLst>
      <p:ext uri="{BB962C8B-B14F-4D97-AF65-F5344CB8AC3E}">
        <p14:creationId xmlns:p14="http://schemas.microsoft.com/office/powerpoint/2010/main" val="16461191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vkk87kfch3fn1d3q6kgz5nzfhw99qo"/>
</p:tagLst>
</file>

<file path=ppt/theme/theme1.xml><?xml version="1.0" encoding="utf-8"?>
<a:theme xmlns:a="http://schemas.openxmlformats.org/drawingml/2006/main" name="Tema1">
  <a:themeElements>
    <a:clrScheme name="Simple Light">
      <a:dk1>
        <a:srgbClr val="CE1F1F"/>
      </a:dk1>
      <a:lt1>
        <a:srgbClr val="FFFFFF"/>
      </a:lt1>
      <a:dk2>
        <a:srgbClr val="3B3B3B"/>
      </a:dk2>
      <a:lt2>
        <a:srgbClr val="EEEEEE"/>
      </a:lt2>
      <a:accent1>
        <a:srgbClr val="110841"/>
      </a:accent1>
      <a:accent2>
        <a:srgbClr val="E28033"/>
      </a:accent2>
      <a:accent3>
        <a:srgbClr val="C9434B"/>
      </a:accent3>
      <a:accent4>
        <a:srgbClr val="439CD9"/>
      </a:accent4>
      <a:accent5>
        <a:srgbClr val="41396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2092</TotalTime>
  <Words>1621</Words>
  <Application>Microsoft Office PowerPoint</Application>
  <PresentationFormat>Panorámica</PresentationFormat>
  <Paragraphs>123</Paragraphs>
  <Slides>13</Slides>
  <Notes>13</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Calibri</vt:lpstr>
      <vt:lpstr>Arial</vt:lpstr>
      <vt:lpstr>Ubuntu Light</vt:lpstr>
      <vt:lpstr>Ubuntu Medium</vt:lpstr>
      <vt:lpstr>Raleway</vt:lpstr>
      <vt:lpstr>Ubuntu</vt:lpstr>
      <vt:lpstr>Tema1</vt:lpstr>
      <vt:lpstr>01</vt:lpstr>
      <vt:lpstr>Introducción</vt:lpstr>
      <vt:lpstr>Tipos</vt:lpstr>
      <vt:lpstr>Historia y Evolución</vt:lpstr>
      <vt:lpstr>Importancia de las bases de datos</vt:lpstr>
      <vt:lpstr>Estructura</vt:lpstr>
      <vt:lpstr>Modelo de datos jerárquico</vt:lpstr>
      <vt:lpstr>Modelo de red / CODASYL</vt:lpstr>
      <vt:lpstr>Modelo de fichero invertido / índice invertido</vt:lpstr>
      <vt:lpstr>Modelo relacional</vt:lpstr>
      <vt:lpstr>Modelo de Entidad-Relación (E-R)</vt:lpstr>
      <vt:lpstr>Otros modelos</vt:lpstr>
      <vt:lpstr>Ventajas / Desafíos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Bases de Datos</dc:title>
  <dc:creator>Ivan Dominguez Rodriguez</dc:creator>
  <cp:lastModifiedBy>Guillermo Vidal Aldarías</cp:lastModifiedBy>
  <cp:revision>14</cp:revision>
  <dcterms:modified xsi:type="dcterms:W3CDTF">2025-12-04T15:44:36Z</dcterms:modified>
</cp:coreProperties>
</file>